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heme/themeOverride6.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5" r:id="rId1"/>
    <p:sldMasterId id="2147483731" r:id="rId2"/>
    <p:sldMasterId id="2147483733" r:id="rId3"/>
    <p:sldMasterId id="2147483755" r:id="rId4"/>
    <p:sldMasterId id="2147483780" r:id="rId5"/>
  </p:sldMasterIdLst>
  <p:notesMasterIdLst>
    <p:notesMasterId r:id="rId6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341" r:id="rId18"/>
    <p:sldId id="269" r:id="rId19"/>
    <p:sldId id="270" r:id="rId20"/>
    <p:sldId id="321" r:id="rId21"/>
    <p:sldId id="271" r:id="rId22"/>
    <p:sldId id="322" r:id="rId23"/>
    <p:sldId id="275" r:id="rId24"/>
    <p:sldId id="323" r:id="rId25"/>
    <p:sldId id="278" r:id="rId26"/>
    <p:sldId id="324" r:id="rId27"/>
    <p:sldId id="280" r:id="rId28"/>
    <p:sldId id="325" r:id="rId29"/>
    <p:sldId id="342" r:id="rId30"/>
    <p:sldId id="284" r:id="rId31"/>
    <p:sldId id="283" r:id="rId32"/>
    <p:sldId id="326" r:id="rId33"/>
    <p:sldId id="286" r:id="rId34"/>
    <p:sldId id="327" r:id="rId35"/>
    <p:sldId id="288" r:id="rId36"/>
    <p:sldId id="328" r:id="rId37"/>
    <p:sldId id="290" r:id="rId38"/>
    <p:sldId id="329" r:id="rId39"/>
    <p:sldId id="292" r:id="rId40"/>
    <p:sldId id="330" r:id="rId41"/>
    <p:sldId id="294" r:id="rId42"/>
    <p:sldId id="295" r:id="rId43"/>
    <p:sldId id="296" r:id="rId44"/>
    <p:sldId id="331" r:id="rId45"/>
    <p:sldId id="298" r:id="rId46"/>
    <p:sldId id="332" r:id="rId47"/>
    <p:sldId id="300" r:id="rId48"/>
    <p:sldId id="333" r:id="rId49"/>
    <p:sldId id="302" r:id="rId50"/>
    <p:sldId id="334" r:id="rId51"/>
    <p:sldId id="304" r:id="rId52"/>
    <p:sldId id="335" r:id="rId53"/>
    <p:sldId id="306" r:id="rId54"/>
    <p:sldId id="307" r:id="rId55"/>
    <p:sldId id="308" r:id="rId56"/>
    <p:sldId id="336" r:id="rId57"/>
    <p:sldId id="310" r:id="rId58"/>
    <p:sldId id="337" r:id="rId59"/>
    <p:sldId id="312" r:id="rId60"/>
    <p:sldId id="338" r:id="rId61"/>
    <p:sldId id="314" r:id="rId62"/>
    <p:sldId id="339" r:id="rId63"/>
    <p:sldId id="316" r:id="rId64"/>
    <p:sldId id="340" r:id="rId65"/>
    <p:sldId id="319" r:id="rId66"/>
    <p:sldId id="320" r:id="rId67"/>
  </p:sldIdLst>
  <p:sldSz cx="7775575" cy="554355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84FF"/>
    <a:srgbClr val="DE84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E5096F-7F8C-496A-A13C-FF7D0CA7A6B4}" v="102" dt="2024-02-15T16:31:22.3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59" autoAdjust="0"/>
    <p:restoredTop sz="94660"/>
  </p:normalViewPr>
  <p:slideViewPr>
    <p:cSldViewPr snapToGrid="0">
      <p:cViewPr varScale="1">
        <p:scale>
          <a:sx n="153" d="100"/>
          <a:sy n="153" d="100"/>
        </p:scale>
        <p:origin x="172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microsoft.com/office/2015/10/relationships/revisionInfo" Target="revisionInfo.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sia, Cheehong" userId="6bc27941-0d5a-4c11-8dfb-8bbe9da0911b" providerId="ADAL" clId="{699C7EDD-BFB4-41FF-827E-EFF17F39ED4E}"/>
    <pc:docChg chg="undo custSel addSld delSld modSld sldOrd modMainMaster">
      <pc:chgData name="Hsia, Cheehong" userId="6bc27941-0d5a-4c11-8dfb-8bbe9da0911b" providerId="ADAL" clId="{699C7EDD-BFB4-41FF-827E-EFF17F39ED4E}" dt="2024-01-29T15:42:34.407" v="526" actId="20577"/>
      <pc:docMkLst>
        <pc:docMk/>
      </pc:docMkLst>
      <pc:sldChg chg="modSp new mod">
        <pc:chgData name="Hsia, Cheehong" userId="6bc27941-0d5a-4c11-8dfb-8bbe9da0911b" providerId="ADAL" clId="{699C7EDD-BFB4-41FF-827E-EFF17F39ED4E}" dt="2024-01-29T15:21:25.587" v="500" actId="20577"/>
        <pc:sldMkLst>
          <pc:docMk/>
          <pc:sldMk cId="2043011364" sldId="257"/>
        </pc:sldMkLst>
        <pc:spChg chg="mod">
          <ac:chgData name="Hsia, Cheehong" userId="6bc27941-0d5a-4c11-8dfb-8bbe9da0911b" providerId="ADAL" clId="{699C7EDD-BFB4-41FF-827E-EFF17F39ED4E}" dt="2024-01-29T15:21:25.587" v="500" actId="20577"/>
          <ac:spMkLst>
            <pc:docMk/>
            <pc:sldMk cId="2043011364" sldId="257"/>
            <ac:spMk id="3" creationId="{ECD254C1-6DBB-AF06-AB95-7F3568792AC0}"/>
          </ac:spMkLst>
        </pc:spChg>
        <pc:spChg chg="mod">
          <ac:chgData name="Hsia, Cheehong" userId="6bc27941-0d5a-4c11-8dfb-8bbe9da0911b" providerId="ADAL" clId="{699C7EDD-BFB4-41FF-827E-EFF17F39ED4E}" dt="2024-01-29T14:53:03.576" v="5" actId="20577"/>
          <ac:spMkLst>
            <pc:docMk/>
            <pc:sldMk cId="2043011364" sldId="257"/>
            <ac:spMk id="4" creationId="{211A0C92-FC3C-ED13-AC00-C6EE98AB6052}"/>
          </ac:spMkLst>
        </pc:spChg>
        <pc:spChg chg="mod">
          <ac:chgData name="Hsia, Cheehong" userId="6bc27941-0d5a-4c11-8dfb-8bbe9da0911b" providerId="ADAL" clId="{699C7EDD-BFB4-41FF-827E-EFF17F39ED4E}" dt="2024-01-29T14:52:34.846" v="2" actId="255"/>
          <ac:spMkLst>
            <pc:docMk/>
            <pc:sldMk cId="2043011364" sldId="257"/>
            <ac:spMk id="5" creationId="{06D5EF49-60A3-0425-58A2-211FAB5AD6D4}"/>
          </ac:spMkLst>
        </pc:spChg>
      </pc:sldChg>
      <pc:sldChg chg="modSp new mod">
        <pc:chgData name="Hsia, Cheehong" userId="6bc27941-0d5a-4c11-8dfb-8bbe9da0911b" providerId="ADAL" clId="{699C7EDD-BFB4-41FF-827E-EFF17F39ED4E}" dt="2024-01-29T14:53:44.438" v="14" actId="20577"/>
        <pc:sldMkLst>
          <pc:docMk/>
          <pc:sldMk cId="2964921137" sldId="258"/>
        </pc:sldMkLst>
        <pc:spChg chg="mod">
          <ac:chgData name="Hsia, Cheehong" userId="6bc27941-0d5a-4c11-8dfb-8bbe9da0911b" providerId="ADAL" clId="{699C7EDD-BFB4-41FF-827E-EFF17F39ED4E}" dt="2024-01-29T14:53:44.438" v="14" actId="20577"/>
          <ac:spMkLst>
            <pc:docMk/>
            <pc:sldMk cId="2964921137" sldId="258"/>
            <ac:spMk id="2" creationId="{74D54763-C1BB-24ED-B8EB-3E154A3480C4}"/>
          </ac:spMkLst>
        </pc:spChg>
      </pc:sldChg>
      <pc:sldChg chg="new">
        <pc:chgData name="Hsia, Cheehong" userId="6bc27941-0d5a-4c11-8dfb-8bbe9da0911b" providerId="ADAL" clId="{699C7EDD-BFB4-41FF-827E-EFF17F39ED4E}" dt="2024-01-29T14:54:01.546" v="17" actId="680"/>
        <pc:sldMkLst>
          <pc:docMk/>
          <pc:sldMk cId="476073397" sldId="259"/>
        </pc:sldMkLst>
      </pc:sldChg>
      <pc:sldChg chg="new del">
        <pc:chgData name="Hsia, Cheehong" userId="6bc27941-0d5a-4c11-8dfb-8bbe9da0911b" providerId="ADAL" clId="{699C7EDD-BFB4-41FF-827E-EFF17F39ED4E}" dt="2024-01-29T14:53:50.227" v="16" actId="47"/>
        <pc:sldMkLst>
          <pc:docMk/>
          <pc:sldMk cId="2833215020" sldId="259"/>
        </pc:sldMkLst>
      </pc:sldChg>
      <pc:sldChg chg="modSp new mod">
        <pc:chgData name="Hsia, Cheehong" userId="6bc27941-0d5a-4c11-8dfb-8bbe9da0911b" providerId="ADAL" clId="{699C7EDD-BFB4-41FF-827E-EFF17F39ED4E}" dt="2024-01-29T14:54:42.441" v="54" actId="20577"/>
        <pc:sldMkLst>
          <pc:docMk/>
          <pc:sldMk cId="2121178544" sldId="260"/>
        </pc:sldMkLst>
        <pc:spChg chg="mod">
          <ac:chgData name="Hsia, Cheehong" userId="6bc27941-0d5a-4c11-8dfb-8bbe9da0911b" providerId="ADAL" clId="{699C7EDD-BFB4-41FF-827E-EFF17F39ED4E}" dt="2024-01-29T14:54:42.441" v="54" actId="20577"/>
          <ac:spMkLst>
            <pc:docMk/>
            <pc:sldMk cId="2121178544" sldId="260"/>
            <ac:spMk id="2" creationId="{6E54F6D7-9B28-00E6-3865-90B565C3EA6A}"/>
          </ac:spMkLst>
        </pc:spChg>
      </pc:sldChg>
      <pc:sldChg chg="new">
        <pc:chgData name="Hsia, Cheehong" userId="6bc27941-0d5a-4c11-8dfb-8bbe9da0911b" providerId="ADAL" clId="{699C7EDD-BFB4-41FF-827E-EFF17F39ED4E}" dt="2024-01-29T14:54:50.502" v="55" actId="680"/>
        <pc:sldMkLst>
          <pc:docMk/>
          <pc:sldMk cId="628215229" sldId="261"/>
        </pc:sldMkLst>
      </pc:sldChg>
      <pc:sldChg chg="modSp new mod">
        <pc:chgData name="Hsia, Cheehong" userId="6bc27941-0d5a-4c11-8dfb-8bbe9da0911b" providerId="ADAL" clId="{699C7EDD-BFB4-41FF-827E-EFF17F39ED4E}" dt="2024-01-29T14:54:59.586" v="64" actId="20577"/>
        <pc:sldMkLst>
          <pc:docMk/>
          <pc:sldMk cId="1767545473" sldId="262"/>
        </pc:sldMkLst>
        <pc:spChg chg="mod">
          <ac:chgData name="Hsia, Cheehong" userId="6bc27941-0d5a-4c11-8dfb-8bbe9da0911b" providerId="ADAL" clId="{699C7EDD-BFB4-41FF-827E-EFF17F39ED4E}" dt="2024-01-29T14:54:59.586" v="64" actId="20577"/>
          <ac:spMkLst>
            <pc:docMk/>
            <pc:sldMk cId="1767545473" sldId="262"/>
            <ac:spMk id="2" creationId="{3BD620B5-483D-6397-4DAA-14919A367FC0}"/>
          </ac:spMkLst>
        </pc:spChg>
      </pc:sldChg>
      <pc:sldChg chg="new">
        <pc:chgData name="Hsia, Cheehong" userId="6bc27941-0d5a-4c11-8dfb-8bbe9da0911b" providerId="ADAL" clId="{699C7EDD-BFB4-41FF-827E-EFF17F39ED4E}" dt="2024-01-29T14:55:03.296" v="65" actId="680"/>
        <pc:sldMkLst>
          <pc:docMk/>
          <pc:sldMk cId="2133747927" sldId="263"/>
        </pc:sldMkLst>
      </pc:sldChg>
      <pc:sldChg chg="modSp new mod">
        <pc:chgData name="Hsia, Cheehong" userId="6bc27941-0d5a-4c11-8dfb-8bbe9da0911b" providerId="ADAL" clId="{699C7EDD-BFB4-41FF-827E-EFF17F39ED4E}" dt="2024-01-29T14:55:14.002" v="74" actId="20577"/>
        <pc:sldMkLst>
          <pc:docMk/>
          <pc:sldMk cId="3000088040" sldId="264"/>
        </pc:sldMkLst>
        <pc:spChg chg="mod">
          <ac:chgData name="Hsia, Cheehong" userId="6bc27941-0d5a-4c11-8dfb-8bbe9da0911b" providerId="ADAL" clId="{699C7EDD-BFB4-41FF-827E-EFF17F39ED4E}" dt="2024-01-29T14:55:14.002" v="74" actId="20577"/>
          <ac:spMkLst>
            <pc:docMk/>
            <pc:sldMk cId="3000088040" sldId="264"/>
            <ac:spMk id="2" creationId="{E7E9D49B-A02D-FB7D-2CB8-2560D155D648}"/>
          </ac:spMkLst>
        </pc:spChg>
      </pc:sldChg>
      <pc:sldChg chg="new">
        <pc:chgData name="Hsia, Cheehong" userId="6bc27941-0d5a-4c11-8dfb-8bbe9da0911b" providerId="ADAL" clId="{699C7EDD-BFB4-41FF-827E-EFF17F39ED4E}" dt="2024-01-29T14:55:18.871" v="75" actId="680"/>
        <pc:sldMkLst>
          <pc:docMk/>
          <pc:sldMk cId="735583935" sldId="265"/>
        </pc:sldMkLst>
      </pc:sldChg>
      <pc:sldChg chg="modSp new mod">
        <pc:chgData name="Hsia, Cheehong" userId="6bc27941-0d5a-4c11-8dfb-8bbe9da0911b" providerId="ADAL" clId="{699C7EDD-BFB4-41FF-827E-EFF17F39ED4E}" dt="2024-01-29T14:55:25.976" v="84" actId="20577"/>
        <pc:sldMkLst>
          <pc:docMk/>
          <pc:sldMk cId="294217445" sldId="266"/>
        </pc:sldMkLst>
        <pc:spChg chg="mod">
          <ac:chgData name="Hsia, Cheehong" userId="6bc27941-0d5a-4c11-8dfb-8bbe9da0911b" providerId="ADAL" clId="{699C7EDD-BFB4-41FF-827E-EFF17F39ED4E}" dt="2024-01-29T14:55:25.976" v="84" actId="20577"/>
          <ac:spMkLst>
            <pc:docMk/>
            <pc:sldMk cId="294217445" sldId="266"/>
            <ac:spMk id="2" creationId="{1072D12A-AB19-16BA-EE4E-47D3CAE28569}"/>
          </ac:spMkLst>
        </pc:spChg>
      </pc:sldChg>
      <pc:sldChg chg="new">
        <pc:chgData name="Hsia, Cheehong" userId="6bc27941-0d5a-4c11-8dfb-8bbe9da0911b" providerId="ADAL" clId="{699C7EDD-BFB4-41FF-827E-EFF17F39ED4E}" dt="2024-01-29T14:55:29.576" v="85" actId="680"/>
        <pc:sldMkLst>
          <pc:docMk/>
          <pc:sldMk cId="1152563328" sldId="267"/>
        </pc:sldMkLst>
      </pc:sldChg>
      <pc:sldChg chg="modSp new mod">
        <pc:chgData name="Hsia, Cheehong" userId="6bc27941-0d5a-4c11-8dfb-8bbe9da0911b" providerId="ADAL" clId="{699C7EDD-BFB4-41FF-827E-EFF17F39ED4E}" dt="2024-01-29T14:55:58.988" v="99" actId="20577"/>
        <pc:sldMkLst>
          <pc:docMk/>
          <pc:sldMk cId="1281321712" sldId="268"/>
        </pc:sldMkLst>
        <pc:spChg chg="mod">
          <ac:chgData name="Hsia, Cheehong" userId="6bc27941-0d5a-4c11-8dfb-8bbe9da0911b" providerId="ADAL" clId="{699C7EDD-BFB4-41FF-827E-EFF17F39ED4E}" dt="2024-01-29T14:55:58.988" v="99" actId="20577"/>
          <ac:spMkLst>
            <pc:docMk/>
            <pc:sldMk cId="1281321712" sldId="268"/>
            <ac:spMk id="2" creationId="{041A778D-5411-0426-D583-32035AA2A1EB}"/>
          </ac:spMkLst>
        </pc:spChg>
      </pc:sldChg>
      <pc:sldChg chg="new">
        <pc:chgData name="Hsia, Cheehong" userId="6bc27941-0d5a-4c11-8dfb-8bbe9da0911b" providerId="ADAL" clId="{699C7EDD-BFB4-41FF-827E-EFF17F39ED4E}" dt="2024-01-29T14:56:10.426" v="100" actId="680"/>
        <pc:sldMkLst>
          <pc:docMk/>
          <pc:sldMk cId="3923711113" sldId="269"/>
        </pc:sldMkLst>
      </pc:sldChg>
      <pc:sldChg chg="modSp new mod">
        <pc:chgData name="Hsia, Cheehong" userId="6bc27941-0d5a-4c11-8dfb-8bbe9da0911b" providerId="ADAL" clId="{699C7EDD-BFB4-41FF-827E-EFF17F39ED4E}" dt="2024-01-29T14:56:43.176" v="119"/>
        <pc:sldMkLst>
          <pc:docMk/>
          <pc:sldMk cId="1496529656" sldId="270"/>
        </pc:sldMkLst>
        <pc:spChg chg="mod">
          <ac:chgData name="Hsia, Cheehong" userId="6bc27941-0d5a-4c11-8dfb-8bbe9da0911b" providerId="ADAL" clId="{699C7EDD-BFB4-41FF-827E-EFF17F39ED4E}" dt="2024-01-29T14:56:38.826" v="118" actId="20577"/>
          <ac:spMkLst>
            <pc:docMk/>
            <pc:sldMk cId="1496529656" sldId="270"/>
            <ac:spMk id="2" creationId="{700D1D6A-607B-8919-A042-BCCDC9CF0CF0}"/>
          </ac:spMkLst>
        </pc:spChg>
        <pc:spChg chg="mod">
          <ac:chgData name="Hsia, Cheehong" userId="6bc27941-0d5a-4c11-8dfb-8bbe9da0911b" providerId="ADAL" clId="{699C7EDD-BFB4-41FF-827E-EFF17F39ED4E}" dt="2024-01-29T14:56:27.656" v="111" actId="20577"/>
          <ac:spMkLst>
            <pc:docMk/>
            <pc:sldMk cId="1496529656" sldId="270"/>
            <ac:spMk id="3" creationId="{DB4E66FB-476A-BB21-1B46-4C8125462E5C}"/>
          </ac:spMkLst>
        </pc:spChg>
        <pc:spChg chg="mod">
          <ac:chgData name="Hsia, Cheehong" userId="6bc27941-0d5a-4c11-8dfb-8bbe9da0911b" providerId="ADAL" clId="{699C7EDD-BFB4-41FF-827E-EFF17F39ED4E}" dt="2024-01-29T14:56:43.176" v="119"/>
          <ac:spMkLst>
            <pc:docMk/>
            <pc:sldMk cId="1496529656" sldId="270"/>
            <ac:spMk id="4" creationId="{101FB840-DD80-334A-87FD-81DC71AD8A57}"/>
          </ac:spMkLst>
        </pc:spChg>
        <pc:spChg chg="mod">
          <ac:chgData name="Hsia, Cheehong" userId="6bc27941-0d5a-4c11-8dfb-8bbe9da0911b" providerId="ADAL" clId="{699C7EDD-BFB4-41FF-827E-EFF17F39ED4E}" dt="2024-01-29T14:56:30.538" v="116" actId="20577"/>
          <ac:spMkLst>
            <pc:docMk/>
            <pc:sldMk cId="1496529656" sldId="270"/>
            <ac:spMk id="5" creationId="{3994DC0B-F72F-6BFF-C694-00CBF68920C1}"/>
          </ac:spMkLst>
        </pc:spChg>
      </pc:sldChg>
      <pc:sldChg chg="modSp new mod">
        <pc:chgData name="Hsia, Cheehong" userId="6bc27941-0d5a-4c11-8dfb-8bbe9da0911b" providerId="ADAL" clId="{699C7EDD-BFB4-41FF-827E-EFF17F39ED4E}" dt="2024-01-29T14:58:41.846" v="169" actId="20577"/>
        <pc:sldMkLst>
          <pc:docMk/>
          <pc:sldMk cId="2685147449" sldId="271"/>
        </pc:sldMkLst>
        <pc:spChg chg="mod">
          <ac:chgData name="Hsia, Cheehong" userId="6bc27941-0d5a-4c11-8dfb-8bbe9da0911b" providerId="ADAL" clId="{699C7EDD-BFB4-41FF-827E-EFF17F39ED4E}" dt="2024-01-29T14:58:35.006" v="167" actId="20577"/>
          <ac:spMkLst>
            <pc:docMk/>
            <pc:sldMk cId="2685147449" sldId="271"/>
            <ac:spMk id="2" creationId="{509F87C3-07A1-0EDC-D899-CD15F645C37F}"/>
          </ac:spMkLst>
        </pc:spChg>
        <pc:spChg chg="mod">
          <ac:chgData name="Hsia, Cheehong" userId="6bc27941-0d5a-4c11-8dfb-8bbe9da0911b" providerId="ADAL" clId="{699C7EDD-BFB4-41FF-827E-EFF17F39ED4E}" dt="2024-01-29T14:58:25.050" v="160"/>
          <ac:spMkLst>
            <pc:docMk/>
            <pc:sldMk cId="2685147449" sldId="271"/>
            <ac:spMk id="3" creationId="{9B42B0F5-1A67-8C70-FDCF-4C93DB02E94F}"/>
          </ac:spMkLst>
        </pc:spChg>
        <pc:spChg chg="mod">
          <ac:chgData name="Hsia, Cheehong" userId="6bc27941-0d5a-4c11-8dfb-8bbe9da0911b" providerId="ADAL" clId="{699C7EDD-BFB4-41FF-827E-EFF17F39ED4E}" dt="2024-01-29T14:58:41.846" v="169" actId="20577"/>
          <ac:spMkLst>
            <pc:docMk/>
            <pc:sldMk cId="2685147449" sldId="271"/>
            <ac:spMk id="4" creationId="{AA1D8D56-7997-9149-E3C2-4243BC163909}"/>
          </ac:spMkLst>
        </pc:spChg>
        <pc:spChg chg="mod">
          <ac:chgData name="Hsia, Cheehong" userId="6bc27941-0d5a-4c11-8dfb-8bbe9da0911b" providerId="ADAL" clId="{699C7EDD-BFB4-41FF-827E-EFF17F39ED4E}" dt="2024-01-29T14:58:28.007" v="165" actId="20577"/>
          <ac:spMkLst>
            <pc:docMk/>
            <pc:sldMk cId="2685147449" sldId="271"/>
            <ac:spMk id="5" creationId="{B975B983-7343-8A2D-4201-2198F0BCF4D0}"/>
          </ac:spMkLst>
        </pc:spChg>
      </pc:sldChg>
      <pc:sldChg chg="add del">
        <pc:chgData name="Hsia, Cheehong" userId="6bc27941-0d5a-4c11-8dfb-8bbe9da0911b" providerId="ADAL" clId="{699C7EDD-BFB4-41FF-827E-EFF17F39ED4E}" dt="2024-01-29T14:57:09.117" v="123" actId="47"/>
        <pc:sldMkLst>
          <pc:docMk/>
          <pc:sldMk cId="1567373962" sldId="272"/>
        </pc:sldMkLst>
      </pc:sldChg>
      <pc:sldChg chg="modSp new mod">
        <pc:chgData name="Hsia, Cheehong" userId="6bc27941-0d5a-4c11-8dfb-8bbe9da0911b" providerId="ADAL" clId="{699C7EDD-BFB4-41FF-827E-EFF17F39ED4E}" dt="2024-01-29T14:57:36.336" v="139" actId="20577"/>
        <pc:sldMkLst>
          <pc:docMk/>
          <pc:sldMk cId="106282829" sldId="273"/>
        </pc:sldMkLst>
        <pc:spChg chg="mod">
          <ac:chgData name="Hsia, Cheehong" userId="6bc27941-0d5a-4c11-8dfb-8bbe9da0911b" providerId="ADAL" clId="{699C7EDD-BFB4-41FF-827E-EFF17F39ED4E}" dt="2024-01-29T14:57:29.621" v="134" actId="20577"/>
          <ac:spMkLst>
            <pc:docMk/>
            <pc:sldMk cId="106282829" sldId="273"/>
            <ac:spMk id="2" creationId="{94189FDF-7B80-50D5-3AD1-CB96FAC44E6D}"/>
          </ac:spMkLst>
        </pc:spChg>
        <pc:spChg chg="mod">
          <ac:chgData name="Hsia, Cheehong" userId="6bc27941-0d5a-4c11-8dfb-8bbe9da0911b" providerId="ADAL" clId="{699C7EDD-BFB4-41FF-827E-EFF17F39ED4E}" dt="2024-01-29T14:57:17.086" v="127" actId="20577"/>
          <ac:spMkLst>
            <pc:docMk/>
            <pc:sldMk cId="106282829" sldId="273"/>
            <ac:spMk id="3" creationId="{6D5D3A66-6B08-9C79-C4F4-E89BA6813204}"/>
          </ac:spMkLst>
        </pc:spChg>
        <pc:spChg chg="mod">
          <ac:chgData name="Hsia, Cheehong" userId="6bc27941-0d5a-4c11-8dfb-8bbe9da0911b" providerId="ADAL" clId="{699C7EDD-BFB4-41FF-827E-EFF17F39ED4E}" dt="2024-01-29T14:57:36.336" v="139" actId="20577"/>
          <ac:spMkLst>
            <pc:docMk/>
            <pc:sldMk cId="106282829" sldId="273"/>
            <ac:spMk id="4" creationId="{BAAAF6E7-F37F-1543-6120-55C0EE119F6E}"/>
          </ac:spMkLst>
        </pc:spChg>
        <pc:spChg chg="mod">
          <ac:chgData name="Hsia, Cheehong" userId="6bc27941-0d5a-4c11-8dfb-8bbe9da0911b" providerId="ADAL" clId="{699C7EDD-BFB4-41FF-827E-EFF17F39ED4E}" dt="2024-01-29T14:57:22.326" v="132" actId="20577"/>
          <ac:spMkLst>
            <pc:docMk/>
            <pc:sldMk cId="106282829" sldId="273"/>
            <ac:spMk id="5" creationId="{BF99AF0D-A600-46B8-4778-8413DABABEFB}"/>
          </ac:spMkLst>
        </pc:spChg>
      </pc:sldChg>
      <pc:sldChg chg="modSp add mod modClrScheme chgLayout">
        <pc:chgData name="Hsia, Cheehong" userId="6bc27941-0d5a-4c11-8dfb-8bbe9da0911b" providerId="ADAL" clId="{699C7EDD-BFB4-41FF-827E-EFF17F39ED4E}" dt="2024-01-29T14:59:09.006" v="172" actId="700"/>
        <pc:sldMkLst>
          <pc:docMk/>
          <pc:sldMk cId="433227676" sldId="274"/>
        </pc:sldMkLst>
        <pc:spChg chg="mod ord">
          <ac:chgData name="Hsia, Cheehong" userId="6bc27941-0d5a-4c11-8dfb-8bbe9da0911b" providerId="ADAL" clId="{699C7EDD-BFB4-41FF-827E-EFF17F39ED4E}" dt="2024-01-29T14:59:09.006" v="172" actId="700"/>
          <ac:spMkLst>
            <pc:docMk/>
            <pc:sldMk cId="433227676" sldId="274"/>
            <ac:spMk id="2" creationId="{509F87C3-07A1-0EDC-D899-CD15F645C37F}"/>
          </ac:spMkLst>
        </pc:spChg>
        <pc:spChg chg="mod ord">
          <ac:chgData name="Hsia, Cheehong" userId="6bc27941-0d5a-4c11-8dfb-8bbe9da0911b" providerId="ADAL" clId="{699C7EDD-BFB4-41FF-827E-EFF17F39ED4E}" dt="2024-01-29T14:59:09.006" v="172" actId="700"/>
          <ac:spMkLst>
            <pc:docMk/>
            <pc:sldMk cId="433227676" sldId="274"/>
            <ac:spMk id="3" creationId="{9B42B0F5-1A67-8C70-FDCF-4C93DB02E94F}"/>
          </ac:spMkLst>
        </pc:spChg>
        <pc:spChg chg="mod ord">
          <ac:chgData name="Hsia, Cheehong" userId="6bc27941-0d5a-4c11-8dfb-8bbe9da0911b" providerId="ADAL" clId="{699C7EDD-BFB4-41FF-827E-EFF17F39ED4E}" dt="2024-01-29T14:59:09.006" v="172" actId="700"/>
          <ac:spMkLst>
            <pc:docMk/>
            <pc:sldMk cId="433227676" sldId="274"/>
            <ac:spMk id="4" creationId="{AA1D8D56-7997-9149-E3C2-4243BC163909}"/>
          </ac:spMkLst>
        </pc:spChg>
        <pc:spChg chg="mod ord">
          <ac:chgData name="Hsia, Cheehong" userId="6bc27941-0d5a-4c11-8dfb-8bbe9da0911b" providerId="ADAL" clId="{699C7EDD-BFB4-41FF-827E-EFF17F39ED4E}" dt="2024-01-29T14:59:09.006" v="172" actId="700"/>
          <ac:spMkLst>
            <pc:docMk/>
            <pc:sldMk cId="433227676" sldId="274"/>
            <ac:spMk id="5" creationId="{B975B983-7343-8A2D-4201-2198F0BCF4D0}"/>
          </ac:spMkLst>
        </pc:spChg>
      </pc:sldChg>
      <pc:sldChg chg="modSp add mod">
        <pc:chgData name="Hsia, Cheehong" userId="6bc27941-0d5a-4c11-8dfb-8bbe9da0911b" providerId="ADAL" clId="{699C7EDD-BFB4-41FF-827E-EFF17F39ED4E}" dt="2024-01-29T14:59:49.036" v="175"/>
        <pc:sldMkLst>
          <pc:docMk/>
          <pc:sldMk cId="1492287320" sldId="275"/>
        </pc:sldMkLst>
        <pc:spChg chg="mod">
          <ac:chgData name="Hsia, Cheehong" userId="6bc27941-0d5a-4c11-8dfb-8bbe9da0911b" providerId="ADAL" clId="{699C7EDD-BFB4-41FF-827E-EFF17F39ED4E}" dt="2024-01-29T14:59:45.510" v="174"/>
          <ac:spMkLst>
            <pc:docMk/>
            <pc:sldMk cId="1492287320" sldId="275"/>
            <ac:spMk id="2" creationId="{509F87C3-07A1-0EDC-D899-CD15F645C37F}"/>
          </ac:spMkLst>
        </pc:spChg>
        <pc:spChg chg="mod">
          <ac:chgData name="Hsia, Cheehong" userId="6bc27941-0d5a-4c11-8dfb-8bbe9da0911b" providerId="ADAL" clId="{699C7EDD-BFB4-41FF-827E-EFF17F39ED4E}" dt="2024-01-29T14:59:49.036" v="175"/>
          <ac:spMkLst>
            <pc:docMk/>
            <pc:sldMk cId="1492287320" sldId="275"/>
            <ac:spMk id="4" creationId="{AA1D8D56-7997-9149-E3C2-4243BC163909}"/>
          </ac:spMkLst>
        </pc:spChg>
      </pc:sldChg>
      <pc:sldChg chg="modSp add mod modClrScheme chgLayout">
        <pc:chgData name="Hsia, Cheehong" userId="6bc27941-0d5a-4c11-8dfb-8bbe9da0911b" providerId="ADAL" clId="{699C7EDD-BFB4-41FF-827E-EFF17F39ED4E}" dt="2024-01-29T15:00:00.616" v="177" actId="700"/>
        <pc:sldMkLst>
          <pc:docMk/>
          <pc:sldMk cId="1970583200" sldId="276"/>
        </pc:sldMkLst>
        <pc:spChg chg="mod ord">
          <ac:chgData name="Hsia, Cheehong" userId="6bc27941-0d5a-4c11-8dfb-8bbe9da0911b" providerId="ADAL" clId="{699C7EDD-BFB4-41FF-827E-EFF17F39ED4E}" dt="2024-01-29T15:00:00.616" v="177" actId="700"/>
          <ac:spMkLst>
            <pc:docMk/>
            <pc:sldMk cId="1970583200" sldId="276"/>
            <ac:spMk id="2" creationId="{509F87C3-07A1-0EDC-D899-CD15F645C37F}"/>
          </ac:spMkLst>
        </pc:spChg>
        <pc:spChg chg="mod ord">
          <ac:chgData name="Hsia, Cheehong" userId="6bc27941-0d5a-4c11-8dfb-8bbe9da0911b" providerId="ADAL" clId="{699C7EDD-BFB4-41FF-827E-EFF17F39ED4E}" dt="2024-01-29T15:00:00.616" v="177" actId="700"/>
          <ac:spMkLst>
            <pc:docMk/>
            <pc:sldMk cId="1970583200" sldId="276"/>
            <ac:spMk id="3" creationId="{9B42B0F5-1A67-8C70-FDCF-4C93DB02E94F}"/>
          </ac:spMkLst>
        </pc:spChg>
        <pc:spChg chg="mod ord">
          <ac:chgData name="Hsia, Cheehong" userId="6bc27941-0d5a-4c11-8dfb-8bbe9da0911b" providerId="ADAL" clId="{699C7EDD-BFB4-41FF-827E-EFF17F39ED4E}" dt="2024-01-29T15:00:00.616" v="177" actId="700"/>
          <ac:spMkLst>
            <pc:docMk/>
            <pc:sldMk cId="1970583200" sldId="276"/>
            <ac:spMk id="4" creationId="{AA1D8D56-7997-9149-E3C2-4243BC163909}"/>
          </ac:spMkLst>
        </pc:spChg>
        <pc:spChg chg="mod ord">
          <ac:chgData name="Hsia, Cheehong" userId="6bc27941-0d5a-4c11-8dfb-8bbe9da0911b" providerId="ADAL" clId="{699C7EDD-BFB4-41FF-827E-EFF17F39ED4E}" dt="2024-01-29T15:00:00.616" v="177" actId="700"/>
          <ac:spMkLst>
            <pc:docMk/>
            <pc:sldMk cId="1970583200" sldId="276"/>
            <ac:spMk id="5" creationId="{B975B983-7343-8A2D-4201-2198F0BCF4D0}"/>
          </ac:spMkLst>
        </pc:spChg>
      </pc:sldChg>
      <pc:sldChg chg="add del">
        <pc:chgData name="Hsia, Cheehong" userId="6bc27941-0d5a-4c11-8dfb-8bbe9da0911b" providerId="ADAL" clId="{699C7EDD-BFB4-41FF-827E-EFF17F39ED4E}" dt="2024-01-29T15:00:16.396" v="180" actId="47"/>
        <pc:sldMkLst>
          <pc:docMk/>
          <pc:sldMk cId="161165280" sldId="277"/>
        </pc:sldMkLst>
      </pc:sldChg>
      <pc:sldChg chg="modSp add mod">
        <pc:chgData name="Hsia, Cheehong" userId="6bc27941-0d5a-4c11-8dfb-8bbe9da0911b" providerId="ADAL" clId="{699C7EDD-BFB4-41FF-827E-EFF17F39ED4E}" dt="2024-01-29T15:00:25.776" v="183"/>
        <pc:sldMkLst>
          <pc:docMk/>
          <pc:sldMk cId="161617201" sldId="278"/>
        </pc:sldMkLst>
        <pc:spChg chg="mod">
          <ac:chgData name="Hsia, Cheehong" userId="6bc27941-0d5a-4c11-8dfb-8bbe9da0911b" providerId="ADAL" clId="{699C7EDD-BFB4-41FF-827E-EFF17F39ED4E}" dt="2024-01-29T15:00:21.696" v="181"/>
          <ac:spMkLst>
            <pc:docMk/>
            <pc:sldMk cId="161617201" sldId="278"/>
            <ac:spMk id="2" creationId="{509F87C3-07A1-0EDC-D899-CD15F645C37F}"/>
          </ac:spMkLst>
        </pc:spChg>
        <pc:spChg chg="mod">
          <ac:chgData name="Hsia, Cheehong" userId="6bc27941-0d5a-4c11-8dfb-8bbe9da0911b" providerId="ADAL" clId="{699C7EDD-BFB4-41FF-827E-EFF17F39ED4E}" dt="2024-01-29T15:00:25.776" v="183"/>
          <ac:spMkLst>
            <pc:docMk/>
            <pc:sldMk cId="161617201" sldId="278"/>
            <ac:spMk id="4" creationId="{AA1D8D56-7997-9149-E3C2-4243BC163909}"/>
          </ac:spMkLst>
        </pc:spChg>
      </pc:sldChg>
      <pc:sldChg chg="modSp add mod modClrScheme chgLayout">
        <pc:chgData name="Hsia, Cheehong" userId="6bc27941-0d5a-4c11-8dfb-8bbe9da0911b" providerId="ADAL" clId="{699C7EDD-BFB4-41FF-827E-EFF17F39ED4E}" dt="2024-01-29T15:00:31.616" v="185" actId="700"/>
        <pc:sldMkLst>
          <pc:docMk/>
          <pc:sldMk cId="596055484" sldId="279"/>
        </pc:sldMkLst>
        <pc:spChg chg="mod ord">
          <ac:chgData name="Hsia, Cheehong" userId="6bc27941-0d5a-4c11-8dfb-8bbe9da0911b" providerId="ADAL" clId="{699C7EDD-BFB4-41FF-827E-EFF17F39ED4E}" dt="2024-01-29T15:00:31.616" v="185" actId="700"/>
          <ac:spMkLst>
            <pc:docMk/>
            <pc:sldMk cId="596055484" sldId="279"/>
            <ac:spMk id="2" creationId="{509F87C3-07A1-0EDC-D899-CD15F645C37F}"/>
          </ac:spMkLst>
        </pc:spChg>
        <pc:spChg chg="mod ord">
          <ac:chgData name="Hsia, Cheehong" userId="6bc27941-0d5a-4c11-8dfb-8bbe9da0911b" providerId="ADAL" clId="{699C7EDD-BFB4-41FF-827E-EFF17F39ED4E}" dt="2024-01-29T15:00:31.616" v="185" actId="700"/>
          <ac:spMkLst>
            <pc:docMk/>
            <pc:sldMk cId="596055484" sldId="279"/>
            <ac:spMk id="3" creationId="{9B42B0F5-1A67-8C70-FDCF-4C93DB02E94F}"/>
          </ac:spMkLst>
        </pc:spChg>
        <pc:spChg chg="mod ord">
          <ac:chgData name="Hsia, Cheehong" userId="6bc27941-0d5a-4c11-8dfb-8bbe9da0911b" providerId="ADAL" clId="{699C7EDD-BFB4-41FF-827E-EFF17F39ED4E}" dt="2024-01-29T15:00:31.616" v="185" actId="700"/>
          <ac:spMkLst>
            <pc:docMk/>
            <pc:sldMk cId="596055484" sldId="279"/>
            <ac:spMk id="4" creationId="{AA1D8D56-7997-9149-E3C2-4243BC163909}"/>
          </ac:spMkLst>
        </pc:spChg>
        <pc:spChg chg="mod ord">
          <ac:chgData name="Hsia, Cheehong" userId="6bc27941-0d5a-4c11-8dfb-8bbe9da0911b" providerId="ADAL" clId="{699C7EDD-BFB4-41FF-827E-EFF17F39ED4E}" dt="2024-01-29T15:00:31.616" v="185" actId="700"/>
          <ac:spMkLst>
            <pc:docMk/>
            <pc:sldMk cId="596055484" sldId="279"/>
            <ac:spMk id="5" creationId="{B975B983-7343-8A2D-4201-2198F0BCF4D0}"/>
          </ac:spMkLst>
        </pc:spChg>
      </pc:sldChg>
      <pc:sldChg chg="add del">
        <pc:chgData name="Hsia, Cheehong" userId="6bc27941-0d5a-4c11-8dfb-8bbe9da0911b" providerId="ADAL" clId="{699C7EDD-BFB4-41FF-827E-EFF17F39ED4E}" dt="2024-01-29T15:00:44.686" v="187" actId="2890"/>
        <pc:sldMkLst>
          <pc:docMk/>
          <pc:sldMk cId="1342756164" sldId="280"/>
        </pc:sldMkLst>
      </pc:sldChg>
      <pc:sldChg chg="modSp add mod ord">
        <pc:chgData name="Hsia, Cheehong" userId="6bc27941-0d5a-4c11-8dfb-8bbe9da0911b" providerId="ADAL" clId="{699C7EDD-BFB4-41FF-827E-EFF17F39ED4E}" dt="2024-01-29T15:00:55.276" v="192"/>
        <pc:sldMkLst>
          <pc:docMk/>
          <pc:sldMk cId="2564199674" sldId="280"/>
        </pc:sldMkLst>
        <pc:spChg chg="mod">
          <ac:chgData name="Hsia, Cheehong" userId="6bc27941-0d5a-4c11-8dfb-8bbe9da0911b" providerId="ADAL" clId="{699C7EDD-BFB4-41FF-827E-EFF17F39ED4E}" dt="2024-01-29T15:00:51.956" v="191"/>
          <ac:spMkLst>
            <pc:docMk/>
            <pc:sldMk cId="2564199674" sldId="280"/>
            <ac:spMk id="2" creationId="{509F87C3-07A1-0EDC-D899-CD15F645C37F}"/>
          </ac:spMkLst>
        </pc:spChg>
        <pc:spChg chg="mod">
          <ac:chgData name="Hsia, Cheehong" userId="6bc27941-0d5a-4c11-8dfb-8bbe9da0911b" providerId="ADAL" clId="{699C7EDD-BFB4-41FF-827E-EFF17F39ED4E}" dt="2024-01-29T15:00:55.276" v="192"/>
          <ac:spMkLst>
            <pc:docMk/>
            <pc:sldMk cId="2564199674" sldId="280"/>
            <ac:spMk id="4" creationId="{AA1D8D56-7997-9149-E3C2-4243BC163909}"/>
          </ac:spMkLst>
        </pc:spChg>
      </pc:sldChg>
      <pc:sldChg chg="modSp add mod modClrScheme chgLayout">
        <pc:chgData name="Hsia, Cheehong" userId="6bc27941-0d5a-4c11-8dfb-8bbe9da0911b" providerId="ADAL" clId="{699C7EDD-BFB4-41FF-827E-EFF17F39ED4E}" dt="2024-01-29T15:01:02.008" v="194" actId="700"/>
        <pc:sldMkLst>
          <pc:docMk/>
          <pc:sldMk cId="3282675112" sldId="281"/>
        </pc:sldMkLst>
        <pc:spChg chg="mod ord">
          <ac:chgData name="Hsia, Cheehong" userId="6bc27941-0d5a-4c11-8dfb-8bbe9da0911b" providerId="ADAL" clId="{699C7EDD-BFB4-41FF-827E-EFF17F39ED4E}" dt="2024-01-29T15:01:02.008" v="194" actId="700"/>
          <ac:spMkLst>
            <pc:docMk/>
            <pc:sldMk cId="3282675112" sldId="281"/>
            <ac:spMk id="2" creationId="{509F87C3-07A1-0EDC-D899-CD15F645C37F}"/>
          </ac:spMkLst>
        </pc:spChg>
        <pc:spChg chg="mod ord">
          <ac:chgData name="Hsia, Cheehong" userId="6bc27941-0d5a-4c11-8dfb-8bbe9da0911b" providerId="ADAL" clId="{699C7EDD-BFB4-41FF-827E-EFF17F39ED4E}" dt="2024-01-29T15:01:02.008" v="194" actId="700"/>
          <ac:spMkLst>
            <pc:docMk/>
            <pc:sldMk cId="3282675112" sldId="281"/>
            <ac:spMk id="3" creationId="{9B42B0F5-1A67-8C70-FDCF-4C93DB02E94F}"/>
          </ac:spMkLst>
        </pc:spChg>
        <pc:spChg chg="mod ord">
          <ac:chgData name="Hsia, Cheehong" userId="6bc27941-0d5a-4c11-8dfb-8bbe9da0911b" providerId="ADAL" clId="{699C7EDD-BFB4-41FF-827E-EFF17F39ED4E}" dt="2024-01-29T15:01:02.008" v="194" actId="700"/>
          <ac:spMkLst>
            <pc:docMk/>
            <pc:sldMk cId="3282675112" sldId="281"/>
            <ac:spMk id="4" creationId="{AA1D8D56-7997-9149-E3C2-4243BC163909}"/>
          </ac:spMkLst>
        </pc:spChg>
        <pc:spChg chg="mod ord">
          <ac:chgData name="Hsia, Cheehong" userId="6bc27941-0d5a-4c11-8dfb-8bbe9da0911b" providerId="ADAL" clId="{699C7EDD-BFB4-41FF-827E-EFF17F39ED4E}" dt="2024-01-29T15:01:02.008" v="194" actId="700"/>
          <ac:spMkLst>
            <pc:docMk/>
            <pc:sldMk cId="3282675112" sldId="281"/>
            <ac:spMk id="5" creationId="{B975B983-7343-8A2D-4201-2198F0BCF4D0}"/>
          </ac:spMkLst>
        </pc:spChg>
      </pc:sldChg>
      <pc:sldChg chg="modSp new mod">
        <pc:chgData name="Hsia, Cheehong" userId="6bc27941-0d5a-4c11-8dfb-8bbe9da0911b" providerId="ADAL" clId="{699C7EDD-BFB4-41FF-827E-EFF17F39ED4E}" dt="2024-01-29T15:02:08.126" v="216" actId="20577"/>
        <pc:sldMkLst>
          <pc:docMk/>
          <pc:sldMk cId="549474227" sldId="282"/>
        </pc:sldMkLst>
        <pc:spChg chg="mod">
          <ac:chgData name="Hsia, Cheehong" userId="6bc27941-0d5a-4c11-8dfb-8bbe9da0911b" providerId="ADAL" clId="{699C7EDD-BFB4-41FF-827E-EFF17F39ED4E}" dt="2024-01-29T15:02:08.126" v="216" actId="20577"/>
          <ac:spMkLst>
            <pc:docMk/>
            <pc:sldMk cId="549474227" sldId="282"/>
            <ac:spMk id="2" creationId="{872F3AF6-CEEF-98CB-D79F-FF6556218B94}"/>
          </ac:spMkLst>
        </pc:spChg>
      </pc:sldChg>
      <pc:sldChg chg="modSp new mod">
        <pc:chgData name="Hsia, Cheehong" userId="6bc27941-0d5a-4c11-8dfb-8bbe9da0911b" providerId="ADAL" clId="{699C7EDD-BFB4-41FF-827E-EFF17F39ED4E}" dt="2024-01-29T15:03:27.646" v="240" actId="20577"/>
        <pc:sldMkLst>
          <pc:docMk/>
          <pc:sldMk cId="1962898729" sldId="283"/>
        </pc:sldMkLst>
        <pc:spChg chg="mod">
          <ac:chgData name="Hsia, Cheehong" userId="6bc27941-0d5a-4c11-8dfb-8bbe9da0911b" providerId="ADAL" clId="{699C7EDD-BFB4-41FF-827E-EFF17F39ED4E}" dt="2024-01-29T15:03:22.336" v="238" actId="20577"/>
          <ac:spMkLst>
            <pc:docMk/>
            <pc:sldMk cId="1962898729" sldId="283"/>
            <ac:spMk id="2" creationId="{66890E70-EDB5-4D8C-2B4F-029FA9E51D4E}"/>
          </ac:spMkLst>
        </pc:spChg>
        <pc:spChg chg="mod">
          <ac:chgData name="Hsia, Cheehong" userId="6bc27941-0d5a-4c11-8dfb-8bbe9da0911b" providerId="ADAL" clId="{699C7EDD-BFB4-41FF-827E-EFF17F39ED4E}" dt="2024-01-29T15:02:36.346" v="229" actId="20577"/>
          <ac:spMkLst>
            <pc:docMk/>
            <pc:sldMk cId="1962898729" sldId="283"/>
            <ac:spMk id="3" creationId="{0E733FD9-82CF-FCB7-F012-0EAA939C393E}"/>
          </ac:spMkLst>
        </pc:spChg>
        <pc:spChg chg="mod">
          <ac:chgData name="Hsia, Cheehong" userId="6bc27941-0d5a-4c11-8dfb-8bbe9da0911b" providerId="ADAL" clId="{699C7EDD-BFB4-41FF-827E-EFF17F39ED4E}" dt="2024-01-29T15:03:27.646" v="240" actId="20577"/>
          <ac:spMkLst>
            <pc:docMk/>
            <pc:sldMk cId="1962898729" sldId="283"/>
            <ac:spMk id="4" creationId="{F978620C-B722-98CC-0FA2-E22F5047512F}"/>
          </ac:spMkLst>
        </pc:spChg>
        <pc:spChg chg="mod">
          <ac:chgData name="Hsia, Cheehong" userId="6bc27941-0d5a-4c11-8dfb-8bbe9da0911b" providerId="ADAL" clId="{699C7EDD-BFB4-41FF-827E-EFF17F39ED4E}" dt="2024-01-29T15:03:14.951" v="236" actId="20577"/>
          <ac:spMkLst>
            <pc:docMk/>
            <pc:sldMk cId="1962898729" sldId="283"/>
            <ac:spMk id="5" creationId="{CC5FDBA6-3880-4279-5835-037270B656BC}"/>
          </ac:spMkLst>
        </pc:spChg>
      </pc:sldChg>
      <pc:sldChg chg="new">
        <pc:chgData name="Hsia, Cheehong" userId="6bc27941-0d5a-4c11-8dfb-8bbe9da0911b" providerId="ADAL" clId="{699C7EDD-BFB4-41FF-827E-EFF17F39ED4E}" dt="2024-01-29T15:02:28.291" v="218" actId="680"/>
        <pc:sldMkLst>
          <pc:docMk/>
          <pc:sldMk cId="979985226" sldId="284"/>
        </pc:sldMkLst>
      </pc:sldChg>
      <pc:sldChg chg="modSp add mod ord modClrScheme chgLayout">
        <pc:chgData name="Hsia, Cheehong" userId="6bc27941-0d5a-4c11-8dfb-8bbe9da0911b" providerId="ADAL" clId="{699C7EDD-BFB4-41FF-827E-EFF17F39ED4E}" dt="2024-01-29T15:03:43.096" v="245"/>
        <pc:sldMkLst>
          <pc:docMk/>
          <pc:sldMk cId="1386201035" sldId="285"/>
        </pc:sldMkLst>
        <pc:spChg chg="mod ord">
          <ac:chgData name="Hsia, Cheehong" userId="6bc27941-0d5a-4c11-8dfb-8bbe9da0911b" providerId="ADAL" clId="{699C7EDD-BFB4-41FF-827E-EFF17F39ED4E}" dt="2024-01-29T15:03:36.558" v="242" actId="700"/>
          <ac:spMkLst>
            <pc:docMk/>
            <pc:sldMk cId="1386201035" sldId="285"/>
            <ac:spMk id="2" creationId="{66890E70-EDB5-4D8C-2B4F-029FA9E51D4E}"/>
          </ac:spMkLst>
        </pc:spChg>
        <pc:spChg chg="mod ord">
          <ac:chgData name="Hsia, Cheehong" userId="6bc27941-0d5a-4c11-8dfb-8bbe9da0911b" providerId="ADAL" clId="{699C7EDD-BFB4-41FF-827E-EFF17F39ED4E}" dt="2024-01-29T15:03:36.558" v="242" actId="700"/>
          <ac:spMkLst>
            <pc:docMk/>
            <pc:sldMk cId="1386201035" sldId="285"/>
            <ac:spMk id="3" creationId="{0E733FD9-82CF-FCB7-F012-0EAA939C393E}"/>
          </ac:spMkLst>
        </pc:spChg>
        <pc:spChg chg="mod ord">
          <ac:chgData name="Hsia, Cheehong" userId="6bc27941-0d5a-4c11-8dfb-8bbe9da0911b" providerId="ADAL" clId="{699C7EDD-BFB4-41FF-827E-EFF17F39ED4E}" dt="2024-01-29T15:03:36.558" v="242" actId="700"/>
          <ac:spMkLst>
            <pc:docMk/>
            <pc:sldMk cId="1386201035" sldId="285"/>
            <ac:spMk id="4" creationId="{F978620C-B722-98CC-0FA2-E22F5047512F}"/>
          </ac:spMkLst>
        </pc:spChg>
        <pc:spChg chg="mod ord">
          <ac:chgData name="Hsia, Cheehong" userId="6bc27941-0d5a-4c11-8dfb-8bbe9da0911b" providerId="ADAL" clId="{699C7EDD-BFB4-41FF-827E-EFF17F39ED4E}" dt="2024-01-29T15:03:36.558" v="242" actId="700"/>
          <ac:spMkLst>
            <pc:docMk/>
            <pc:sldMk cId="1386201035" sldId="285"/>
            <ac:spMk id="5" creationId="{CC5FDBA6-3880-4279-5835-037270B656BC}"/>
          </ac:spMkLst>
        </pc:spChg>
      </pc:sldChg>
      <pc:sldChg chg="modSp add mod">
        <pc:chgData name="Hsia, Cheehong" userId="6bc27941-0d5a-4c11-8dfb-8bbe9da0911b" providerId="ADAL" clId="{699C7EDD-BFB4-41FF-827E-EFF17F39ED4E}" dt="2024-01-29T15:03:54.370" v="247"/>
        <pc:sldMkLst>
          <pc:docMk/>
          <pc:sldMk cId="3741328940" sldId="286"/>
        </pc:sldMkLst>
        <pc:spChg chg="mod">
          <ac:chgData name="Hsia, Cheehong" userId="6bc27941-0d5a-4c11-8dfb-8bbe9da0911b" providerId="ADAL" clId="{699C7EDD-BFB4-41FF-827E-EFF17F39ED4E}" dt="2024-01-29T15:03:50.229" v="246"/>
          <ac:spMkLst>
            <pc:docMk/>
            <pc:sldMk cId="3741328940" sldId="286"/>
            <ac:spMk id="2" creationId="{66890E70-EDB5-4D8C-2B4F-029FA9E51D4E}"/>
          </ac:spMkLst>
        </pc:spChg>
        <pc:spChg chg="mod">
          <ac:chgData name="Hsia, Cheehong" userId="6bc27941-0d5a-4c11-8dfb-8bbe9da0911b" providerId="ADAL" clId="{699C7EDD-BFB4-41FF-827E-EFF17F39ED4E}" dt="2024-01-29T15:03:54.370" v="247"/>
          <ac:spMkLst>
            <pc:docMk/>
            <pc:sldMk cId="3741328940" sldId="286"/>
            <ac:spMk id="4" creationId="{F978620C-B722-98CC-0FA2-E22F5047512F}"/>
          </ac:spMkLst>
        </pc:spChg>
      </pc:sldChg>
      <pc:sldChg chg="modSp add mod modClrScheme chgLayout">
        <pc:chgData name="Hsia, Cheehong" userId="6bc27941-0d5a-4c11-8dfb-8bbe9da0911b" providerId="ADAL" clId="{699C7EDD-BFB4-41FF-827E-EFF17F39ED4E}" dt="2024-01-29T15:03:59.949" v="249" actId="700"/>
        <pc:sldMkLst>
          <pc:docMk/>
          <pc:sldMk cId="3471392720" sldId="287"/>
        </pc:sldMkLst>
        <pc:spChg chg="mod ord">
          <ac:chgData name="Hsia, Cheehong" userId="6bc27941-0d5a-4c11-8dfb-8bbe9da0911b" providerId="ADAL" clId="{699C7EDD-BFB4-41FF-827E-EFF17F39ED4E}" dt="2024-01-29T15:03:59.949" v="249" actId="700"/>
          <ac:spMkLst>
            <pc:docMk/>
            <pc:sldMk cId="3471392720" sldId="287"/>
            <ac:spMk id="2" creationId="{66890E70-EDB5-4D8C-2B4F-029FA9E51D4E}"/>
          </ac:spMkLst>
        </pc:spChg>
        <pc:spChg chg="mod ord">
          <ac:chgData name="Hsia, Cheehong" userId="6bc27941-0d5a-4c11-8dfb-8bbe9da0911b" providerId="ADAL" clId="{699C7EDD-BFB4-41FF-827E-EFF17F39ED4E}" dt="2024-01-29T15:03:59.949" v="249" actId="700"/>
          <ac:spMkLst>
            <pc:docMk/>
            <pc:sldMk cId="3471392720" sldId="287"/>
            <ac:spMk id="3" creationId="{0E733FD9-82CF-FCB7-F012-0EAA939C393E}"/>
          </ac:spMkLst>
        </pc:spChg>
        <pc:spChg chg="mod ord">
          <ac:chgData name="Hsia, Cheehong" userId="6bc27941-0d5a-4c11-8dfb-8bbe9da0911b" providerId="ADAL" clId="{699C7EDD-BFB4-41FF-827E-EFF17F39ED4E}" dt="2024-01-29T15:03:59.949" v="249" actId="700"/>
          <ac:spMkLst>
            <pc:docMk/>
            <pc:sldMk cId="3471392720" sldId="287"/>
            <ac:spMk id="4" creationId="{F978620C-B722-98CC-0FA2-E22F5047512F}"/>
          </ac:spMkLst>
        </pc:spChg>
        <pc:spChg chg="mod ord">
          <ac:chgData name="Hsia, Cheehong" userId="6bc27941-0d5a-4c11-8dfb-8bbe9da0911b" providerId="ADAL" clId="{699C7EDD-BFB4-41FF-827E-EFF17F39ED4E}" dt="2024-01-29T15:03:59.949" v="249" actId="700"/>
          <ac:spMkLst>
            <pc:docMk/>
            <pc:sldMk cId="3471392720" sldId="287"/>
            <ac:spMk id="5" creationId="{CC5FDBA6-3880-4279-5835-037270B656BC}"/>
          </ac:spMkLst>
        </pc:spChg>
      </pc:sldChg>
      <pc:sldChg chg="modSp add mod ord">
        <pc:chgData name="Hsia, Cheehong" userId="6bc27941-0d5a-4c11-8dfb-8bbe9da0911b" providerId="ADAL" clId="{699C7EDD-BFB4-41FF-827E-EFF17F39ED4E}" dt="2024-01-29T15:04:13.676" v="254"/>
        <pc:sldMkLst>
          <pc:docMk/>
          <pc:sldMk cId="3337217698" sldId="288"/>
        </pc:sldMkLst>
        <pc:spChg chg="mod">
          <ac:chgData name="Hsia, Cheehong" userId="6bc27941-0d5a-4c11-8dfb-8bbe9da0911b" providerId="ADAL" clId="{699C7EDD-BFB4-41FF-827E-EFF17F39ED4E}" dt="2024-01-29T15:04:09.616" v="253"/>
          <ac:spMkLst>
            <pc:docMk/>
            <pc:sldMk cId="3337217698" sldId="288"/>
            <ac:spMk id="2" creationId="{66890E70-EDB5-4D8C-2B4F-029FA9E51D4E}"/>
          </ac:spMkLst>
        </pc:spChg>
        <pc:spChg chg="mod">
          <ac:chgData name="Hsia, Cheehong" userId="6bc27941-0d5a-4c11-8dfb-8bbe9da0911b" providerId="ADAL" clId="{699C7EDD-BFB4-41FF-827E-EFF17F39ED4E}" dt="2024-01-29T15:04:13.676" v="254"/>
          <ac:spMkLst>
            <pc:docMk/>
            <pc:sldMk cId="3337217698" sldId="288"/>
            <ac:spMk id="4" creationId="{F978620C-B722-98CC-0FA2-E22F5047512F}"/>
          </ac:spMkLst>
        </pc:spChg>
      </pc:sldChg>
      <pc:sldChg chg="modSp add mod ord modClrScheme chgLayout">
        <pc:chgData name="Hsia, Cheehong" userId="6bc27941-0d5a-4c11-8dfb-8bbe9da0911b" providerId="ADAL" clId="{699C7EDD-BFB4-41FF-827E-EFF17F39ED4E}" dt="2024-01-29T15:04:24.406" v="259"/>
        <pc:sldMkLst>
          <pc:docMk/>
          <pc:sldMk cId="1734131973" sldId="289"/>
        </pc:sldMkLst>
        <pc:spChg chg="mod ord">
          <ac:chgData name="Hsia, Cheehong" userId="6bc27941-0d5a-4c11-8dfb-8bbe9da0911b" providerId="ADAL" clId="{699C7EDD-BFB4-41FF-827E-EFF17F39ED4E}" dt="2024-01-29T15:04:19.131" v="256" actId="700"/>
          <ac:spMkLst>
            <pc:docMk/>
            <pc:sldMk cId="1734131973" sldId="289"/>
            <ac:spMk id="2" creationId="{66890E70-EDB5-4D8C-2B4F-029FA9E51D4E}"/>
          </ac:spMkLst>
        </pc:spChg>
        <pc:spChg chg="mod ord">
          <ac:chgData name="Hsia, Cheehong" userId="6bc27941-0d5a-4c11-8dfb-8bbe9da0911b" providerId="ADAL" clId="{699C7EDD-BFB4-41FF-827E-EFF17F39ED4E}" dt="2024-01-29T15:04:19.131" v="256" actId="700"/>
          <ac:spMkLst>
            <pc:docMk/>
            <pc:sldMk cId="1734131973" sldId="289"/>
            <ac:spMk id="3" creationId="{0E733FD9-82CF-FCB7-F012-0EAA939C393E}"/>
          </ac:spMkLst>
        </pc:spChg>
        <pc:spChg chg="mod ord">
          <ac:chgData name="Hsia, Cheehong" userId="6bc27941-0d5a-4c11-8dfb-8bbe9da0911b" providerId="ADAL" clId="{699C7EDD-BFB4-41FF-827E-EFF17F39ED4E}" dt="2024-01-29T15:04:19.131" v="256" actId="700"/>
          <ac:spMkLst>
            <pc:docMk/>
            <pc:sldMk cId="1734131973" sldId="289"/>
            <ac:spMk id="4" creationId="{F978620C-B722-98CC-0FA2-E22F5047512F}"/>
          </ac:spMkLst>
        </pc:spChg>
        <pc:spChg chg="mod ord">
          <ac:chgData name="Hsia, Cheehong" userId="6bc27941-0d5a-4c11-8dfb-8bbe9da0911b" providerId="ADAL" clId="{699C7EDD-BFB4-41FF-827E-EFF17F39ED4E}" dt="2024-01-29T15:04:19.131" v="256" actId="700"/>
          <ac:spMkLst>
            <pc:docMk/>
            <pc:sldMk cId="1734131973" sldId="289"/>
            <ac:spMk id="5" creationId="{CC5FDBA6-3880-4279-5835-037270B656BC}"/>
          </ac:spMkLst>
        </pc:spChg>
      </pc:sldChg>
      <pc:sldChg chg="modSp add mod">
        <pc:chgData name="Hsia, Cheehong" userId="6bc27941-0d5a-4c11-8dfb-8bbe9da0911b" providerId="ADAL" clId="{699C7EDD-BFB4-41FF-827E-EFF17F39ED4E}" dt="2024-01-29T15:04:35.816" v="261"/>
        <pc:sldMkLst>
          <pc:docMk/>
          <pc:sldMk cId="539056256" sldId="290"/>
        </pc:sldMkLst>
        <pc:spChg chg="mod">
          <ac:chgData name="Hsia, Cheehong" userId="6bc27941-0d5a-4c11-8dfb-8bbe9da0911b" providerId="ADAL" clId="{699C7EDD-BFB4-41FF-827E-EFF17F39ED4E}" dt="2024-01-29T15:04:32.086" v="260"/>
          <ac:spMkLst>
            <pc:docMk/>
            <pc:sldMk cId="539056256" sldId="290"/>
            <ac:spMk id="2" creationId="{66890E70-EDB5-4D8C-2B4F-029FA9E51D4E}"/>
          </ac:spMkLst>
        </pc:spChg>
        <pc:spChg chg="mod">
          <ac:chgData name="Hsia, Cheehong" userId="6bc27941-0d5a-4c11-8dfb-8bbe9da0911b" providerId="ADAL" clId="{699C7EDD-BFB4-41FF-827E-EFF17F39ED4E}" dt="2024-01-29T15:04:35.816" v="261"/>
          <ac:spMkLst>
            <pc:docMk/>
            <pc:sldMk cId="539056256" sldId="290"/>
            <ac:spMk id="4" creationId="{F978620C-B722-98CC-0FA2-E22F5047512F}"/>
          </ac:spMkLst>
        </pc:spChg>
      </pc:sldChg>
      <pc:sldChg chg="modSp add mod ord modClrScheme chgLayout">
        <pc:chgData name="Hsia, Cheehong" userId="6bc27941-0d5a-4c11-8dfb-8bbe9da0911b" providerId="ADAL" clId="{699C7EDD-BFB4-41FF-827E-EFF17F39ED4E}" dt="2024-01-29T15:04:46.136" v="266"/>
        <pc:sldMkLst>
          <pc:docMk/>
          <pc:sldMk cId="1292218336" sldId="291"/>
        </pc:sldMkLst>
        <pc:spChg chg="mod ord">
          <ac:chgData name="Hsia, Cheehong" userId="6bc27941-0d5a-4c11-8dfb-8bbe9da0911b" providerId="ADAL" clId="{699C7EDD-BFB4-41FF-827E-EFF17F39ED4E}" dt="2024-01-29T15:04:40.651" v="263" actId="700"/>
          <ac:spMkLst>
            <pc:docMk/>
            <pc:sldMk cId="1292218336" sldId="291"/>
            <ac:spMk id="2" creationId="{66890E70-EDB5-4D8C-2B4F-029FA9E51D4E}"/>
          </ac:spMkLst>
        </pc:spChg>
        <pc:spChg chg="mod ord">
          <ac:chgData name="Hsia, Cheehong" userId="6bc27941-0d5a-4c11-8dfb-8bbe9da0911b" providerId="ADAL" clId="{699C7EDD-BFB4-41FF-827E-EFF17F39ED4E}" dt="2024-01-29T15:04:40.651" v="263" actId="700"/>
          <ac:spMkLst>
            <pc:docMk/>
            <pc:sldMk cId="1292218336" sldId="291"/>
            <ac:spMk id="3" creationId="{0E733FD9-82CF-FCB7-F012-0EAA939C393E}"/>
          </ac:spMkLst>
        </pc:spChg>
        <pc:spChg chg="mod ord">
          <ac:chgData name="Hsia, Cheehong" userId="6bc27941-0d5a-4c11-8dfb-8bbe9da0911b" providerId="ADAL" clId="{699C7EDD-BFB4-41FF-827E-EFF17F39ED4E}" dt="2024-01-29T15:04:40.651" v="263" actId="700"/>
          <ac:spMkLst>
            <pc:docMk/>
            <pc:sldMk cId="1292218336" sldId="291"/>
            <ac:spMk id="4" creationId="{F978620C-B722-98CC-0FA2-E22F5047512F}"/>
          </ac:spMkLst>
        </pc:spChg>
        <pc:spChg chg="mod ord">
          <ac:chgData name="Hsia, Cheehong" userId="6bc27941-0d5a-4c11-8dfb-8bbe9da0911b" providerId="ADAL" clId="{699C7EDD-BFB4-41FF-827E-EFF17F39ED4E}" dt="2024-01-29T15:04:40.651" v="263" actId="700"/>
          <ac:spMkLst>
            <pc:docMk/>
            <pc:sldMk cId="1292218336" sldId="291"/>
            <ac:spMk id="5" creationId="{CC5FDBA6-3880-4279-5835-037270B656BC}"/>
          </ac:spMkLst>
        </pc:spChg>
      </pc:sldChg>
      <pc:sldChg chg="modSp add mod">
        <pc:chgData name="Hsia, Cheehong" userId="6bc27941-0d5a-4c11-8dfb-8bbe9da0911b" providerId="ADAL" clId="{699C7EDD-BFB4-41FF-827E-EFF17F39ED4E}" dt="2024-01-29T15:05:05.826" v="269" actId="255"/>
        <pc:sldMkLst>
          <pc:docMk/>
          <pc:sldMk cId="2261043360" sldId="292"/>
        </pc:sldMkLst>
        <pc:spChg chg="mod">
          <ac:chgData name="Hsia, Cheehong" userId="6bc27941-0d5a-4c11-8dfb-8bbe9da0911b" providerId="ADAL" clId="{699C7EDD-BFB4-41FF-827E-EFF17F39ED4E}" dt="2024-01-29T15:04:54.748" v="267"/>
          <ac:spMkLst>
            <pc:docMk/>
            <pc:sldMk cId="2261043360" sldId="292"/>
            <ac:spMk id="2" creationId="{66890E70-EDB5-4D8C-2B4F-029FA9E51D4E}"/>
          </ac:spMkLst>
        </pc:spChg>
        <pc:spChg chg="mod">
          <ac:chgData name="Hsia, Cheehong" userId="6bc27941-0d5a-4c11-8dfb-8bbe9da0911b" providerId="ADAL" clId="{699C7EDD-BFB4-41FF-827E-EFF17F39ED4E}" dt="2024-01-29T15:05:05.826" v="269" actId="255"/>
          <ac:spMkLst>
            <pc:docMk/>
            <pc:sldMk cId="2261043360" sldId="292"/>
            <ac:spMk id="4" creationId="{F978620C-B722-98CC-0FA2-E22F5047512F}"/>
          </ac:spMkLst>
        </pc:spChg>
      </pc:sldChg>
      <pc:sldChg chg="modSp add mod modClrScheme chgLayout">
        <pc:chgData name="Hsia, Cheehong" userId="6bc27941-0d5a-4c11-8dfb-8bbe9da0911b" providerId="ADAL" clId="{699C7EDD-BFB4-41FF-827E-EFF17F39ED4E}" dt="2024-01-29T15:05:15.276" v="271" actId="700"/>
        <pc:sldMkLst>
          <pc:docMk/>
          <pc:sldMk cId="2951154706" sldId="293"/>
        </pc:sldMkLst>
        <pc:spChg chg="mod ord">
          <ac:chgData name="Hsia, Cheehong" userId="6bc27941-0d5a-4c11-8dfb-8bbe9da0911b" providerId="ADAL" clId="{699C7EDD-BFB4-41FF-827E-EFF17F39ED4E}" dt="2024-01-29T15:05:15.276" v="271" actId="700"/>
          <ac:spMkLst>
            <pc:docMk/>
            <pc:sldMk cId="2951154706" sldId="293"/>
            <ac:spMk id="2" creationId="{66890E70-EDB5-4D8C-2B4F-029FA9E51D4E}"/>
          </ac:spMkLst>
        </pc:spChg>
        <pc:spChg chg="mod ord">
          <ac:chgData name="Hsia, Cheehong" userId="6bc27941-0d5a-4c11-8dfb-8bbe9da0911b" providerId="ADAL" clId="{699C7EDD-BFB4-41FF-827E-EFF17F39ED4E}" dt="2024-01-29T15:05:15.276" v="271" actId="700"/>
          <ac:spMkLst>
            <pc:docMk/>
            <pc:sldMk cId="2951154706" sldId="293"/>
            <ac:spMk id="3" creationId="{0E733FD9-82CF-FCB7-F012-0EAA939C393E}"/>
          </ac:spMkLst>
        </pc:spChg>
        <pc:spChg chg="mod ord">
          <ac:chgData name="Hsia, Cheehong" userId="6bc27941-0d5a-4c11-8dfb-8bbe9da0911b" providerId="ADAL" clId="{699C7EDD-BFB4-41FF-827E-EFF17F39ED4E}" dt="2024-01-29T15:05:15.276" v="271" actId="700"/>
          <ac:spMkLst>
            <pc:docMk/>
            <pc:sldMk cId="2951154706" sldId="293"/>
            <ac:spMk id="4" creationId="{F978620C-B722-98CC-0FA2-E22F5047512F}"/>
          </ac:spMkLst>
        </pc:spChg>
        <pc:spChg chg="mod ord">
          <ac:chgData name="Hsia, Cheehong" userId="6bc27941-0d5a-4c11-8dfb-8bbe9da0911b" providerId="ADAL" clId="{699C7EDD-BFB4-41FF-827E-EFF17F39ED4E}" dt="2024-01-29T15:05:15.276" v="271" actId="700"/>
          <ac:spMkLst>
            <pc:docMk/>
            <pc:sldMk cId="2951154706" sldId="293"/>
            <ac:spMk id="5" creationId="{CC5FDBA6-3880-4279-5835-037270B656BC}"/>
          </ac:spMkLst>
        </pc:spChg>
      </pc:sldChg>
      <pc:sldChg chg="addSp delSp modSp new mod modClrScheme chgLayout">
        <pc:chgData name="Hsia, Cheehong" userId="6bc27941-0d5a-4c11-8dfb-8bbe9da0911b" providerId="ADAL" clId="{699C7EDD-BFB4-41FF-827E-EFF17F39ED4E}" dt="2024-01-29T15:06:01.546" v="282" actId="20577"/>
        <pc:sldMkLst>
          <pc:docMk/>
          <pc:sldMk cId="3048837189" sldId="294"/>
        </pc:sldMkLst>
        <pc:spChg chg="del mod ord">
          <ac:chgData name="Hsia, Cheehong" userId="6bc27941-0d5a-4c11-8dfb-8bbe9da0911b" providerId="ADAL" clId="{699C7EDD-BFB4-41FF-827E-EFF17F39ED4E}" dt="2024-01-29T15:05:58.681" v="273" actId="700"/>
          <ac:spMkLst>
            <pc:docMk/>
            <pc:sldMk cId="3048837189" sldId="294"/>
            <ac:spMk id="2" creationId="{8D20E0AC-5D8D-13A5-9DE6-D7E7CAE4F8D9}"/>
          </ac:spMkLst>
        </pc:spChg>
        <pc:spChg chg="add mod ord">
          <ac:chgData name="Hsia, Cheehong" userId="6bc27941-0d5a-4c11-8dfb-8bbe9da0911b" providerId="ADAL" clId="{699C7EDD-BFB4-41FF-827E-EFF17F39ED4E}" dt="2024-01-29T15:06:01.546" v="282" actId="20577"/>
          <ac:spMkLst>
            <pc:docMk/>
            <pc:sldMk cId="3048837189" sldId="294"/>
            <ac:spMk id="3" creationId="{442D48EB-34CA-6063-A815-3BD86233718E}"/>
          </ac:spMkLst>
        </pc:spChg>
      </pc:sldChg>
      <pc:sldChg chg="new">
        <pc:chgData name="Hsia, Cheehong" userId="6bc27941-0d5a-4c11-8dfb-8bbe9da0911b" providerId="ADAL" clId="{699C7EDD-BFB4-41FF-827E-EFF17F39ED4E}" dt="2024-01-29T15:06:09.231" v="283" actId="680"/>
        <pc:sldMkLst>
          <pc:docMk/>
          <pc:sldMk cId="1183196031" sldId="295"/>
        </pc:sldMkLst>
      </pc:sldChg>
      <pc:sldChg chg="modSp new mod">
        <pc:chgData name="Hsia, Cheehong" userId="6bc27941-0d5a-4c11-8dfb-8bbe9da0911b" providerId="ADAL" clId="{699C7EDD-BFB4-41FF-827E-EFF17F39ED4E}" dt="2024-01-29T15:07:50.466" v="327" actId="255"/>
        <pc:sldMkLst>
          <pc:docMk/>
          <pc:sldMk cId="3190214858" sldId="296"/>
        </pc:sldMkLst>
        <pc:spChg chg="mod">
          <ac:chgData name="Hsia, Cheehong" userId="6bc27941-0d5a-4c11-8dfb-8bbe9da0911b" providerId="ADAL" clId="{699C7EDD-BFB4-41FF-827E-EFF17F39ED4E}" dt="2024-01-29T15:07:16.524" v="319" actId="20577"/>
          <ac:spMkLst>
            <pc:docMk/>
            <pc:sldMk cId="3190214858" sldId="296"/>
            <ac:spMk id="2" creationId="{AD90CEB0-783B-5FA4-1028-D4B692C5B2CE}"/>
          </ac:spMkLst>
        </pc:spChg>
        <pc:spChg chg="mod">
          <ac:chgData name="Hsia, Cheehong" userId="6bc27941-0d5a-4c11-8dfb-8bbe9da0911b" providerId="ADAL" clId="{699C7EDD-BFB4-41FF-827E-EFF17F39ED4E}" dt="2024-01-29T15:06:25.886" v="304" actId="20577"/>
          <ac:spMkLst>
            <pc:docMk/>
            <pc:sldMk cId="3190214858" sldId="296"/>
            <ac:spMk id="3" creationId="{11925C94-7DB2-3EEF-C390-EA8A563BE132}"/>
          </ac:spMkLst>
        </pc:spChg>
        <pc:spChg chg="mod">
          <ac:chgData name="Hsia, Cheehong" userId="6bc27941-0d5a-4c11-8dfb-8bbe9da0911b" providerId="ADAL" clId="{699C7EDD-BFB4-41FF-827E-EFF17F39ED4E}" dt="2024-01-29T15:07:50.466" v="327" actId="255"/>
          <ac:spMkLst>
            <pc:docMk/>
            <pc:sldMk cId="3190214858" sldId="296"/>
            <ac:spMk id="4" creationId="{3859056E-FEDA-2D8C-90B8-7DB995ECB8A4}"/>
          </ac:spMkLst>
        </pc:spChg>
        <pc:spChg chg="mod">
          <ac:chgData name="Hsia, Cheehong" userId="6bc27941-0d5a-4c11-8dfb-8bbe9da0911b" providerId="ADAL" clId="{699C7EDD-BFB4-41FF-827E-EFF17F39ED4E}" dt="2024-01-29T15:06:30.991" v="317" actId="20577"/>
          <ac:spMkLst>
            <pc:docMk/>
            <pc:sldMk cId="3190214858" sldId="296"/>
            <ac:spMk id="5" creationId="{1D8E0DE9-59C5-51BC-C26E-CD16F2ECED89}"/>
          </ac:spMkLst>
        </pc:spChg>
      </pc:sldChg>
      <pc:sldChg chg="modSp add mod ord modClrScheme chgLayout">
        <pc:chgData name="Hsia, Cheehong" userId="6bc27941-0d5a-4c11-8dfb-8bbe9da0911b" providerId="ADAL" clId="{699C7EDD-BFB4-41FF-827E-EFF17F39ED4E}" dt="2024-01-29T15:08:39.747" v="332"/>
        <pc:sldMkLst>
          <pc:docMk/>
          <pc:sldMk cId="826171372" sldId="297"/>
        </pc:sldMkLst>
        <pc:spChg chg="mod ord">
          <ac:chgData name="Hsia, Cheehong" userId="6bc27941-0d5a-4c11-8dfb-8bbe9da0911b" providerId="ADAL" clId="{699C7EDD-BFB4-41FF-827E-EFF17F39ED4E}" dt="2024-01-29T15:08:02.169" v="329" actId="700"/>
          <ac:spMkLst>
            <pc:docMk/>
            <pc:sldMk cId="826171372" sldId="297"/>
            <ac:spMk id="2" creationId="{AD90CEB0-783B-5FA4-1028-D4B692C5B2CE}"/>
          </ac:spMkLst>
        </pc:spChg>
        <pc:spChg chg="mod ord">
          <ac:chgData name="Hsia, Cheehong" userId="6bc27941-0d5a-4c11-8dfb-8bbe9da0911b" providerId="ADAL" clId="{699C7EDD-BFB4-41FF-827E-EFF17F39ED4E}" dt="2024-01-29T15:08:02.169" v="329" actId="700"/>
          <ac:spMkLst>
            <pc:docMk/>
            <pc:sldMk cId="826171372" sldId="297"/>
            <ac:spMk id="3" creationId="{11925C94-7DB2-3EEF-C390-EA8A563BE132}"/>
          </ac:spMkLst>
        </pc:spChg>
        <pc:spChg chg="mod ord">
          <ac:chgData name="Hsia, Cheehong" userId="6bc27941-0d5a-4c11-8dfb-8bbe9da0911b" providerId="ADAL" clId="{699C7EDD-BFB4-41FF-827E-EFF17F39ED4E}" dt="2024-01-29T15:08:02.169" v="329" actId="700"/>
          <ac:spMkLst>
            <pc:docMk/>
            <pc:sldMk cId="826171372" sldId="297"/>
            <ac:spMk id="4" creationId="{3859056E-FEDA-2D8C-90B8-7DB995ECB8A4}"/>
          </ac:spMkLst>
        </pc:spChg>
        <pc:spChg chg="mod ord">
          <ac:chgData name="Hsia, Cheehong" userId="6bc27941-0d5a-4c11-8dfb-8bbe9da0911b" providerId="ADAL" clId="{699C7EDD-BFB4-41FF-827E-EFF17F39ED4E}" dt="2024-01-29T15:08:02.169" v="329" actId="700"/>
          <ac:spMkLst>
            <pc:docMk/>
            <pc:sldMk cId="826171372" sldId="297"/>
            <ac:spMk id="5" creationId="{1D8E0DE9-59C5-51BC-C26E-CD16F2ECED89}"/>
          </ac:spMkLst>
        </pc:spChg>
      </pc:sldChg>
      <pc:sldChg chg="modSp add mod">
        <pc:chgData name="Hsia, Cheehong" userId="6bc27941-0d5a-4c11-8dfb-8bbe9da0911b" providerId="ADAL" clId="{699C7EDD-BFB4-41FF-827E-EFF17F39ED4E}" dt="2024-01-29T15:08:57.445" v="335" actId="255"/>
        <pc:sldMkLst>
          <pc:docMk/>
          <pc:sldMk cId="2752436879" sldId="298"/>
        </pc:sldMkLst>
        <pc:spChg chg="mod">
          <ac:chgData name="Hsia, Cheehong" userId="6bc27941-0d5a-4c11-8dfb-8bbe9da0911b" providerId="ADAL" clId="{699C7EDD-BFB4-41FF-827E-EFF17F39ED4E}" dt="2024-01-29T15:08:44.996" v="333"/>
          <ac:spMkLst>
            <pc:docMk/>
            <pc:sldMk cId="2752436879" sldId="298"/>
            <ac:spMk id="2" creationId="{AD90CEB0-783B-5FA4-1028-D4B692C5B2CE}"/>
          </ac:spMkLst>
        </pc:spChg>
        <pc:spChg chg="mod">
          <ac:chgData name="Hsia, Cheehong" userId="6bc27941-0d5a-4c11-8dfb-8bbe9da0911b" providerId="ADAL" clId="{699C7EDD-BFB4-41FF-827E-EFF17F39ED4E}" dt="2024-01-29T15:08:57.445" v="335" actId="255"/>
          <ac:spMkLst>
            <pc:docMk/>
            <pc:sldMk cId="2752436879" sldId="298"/>
            <ac:spMk id="4" creationId="{3859056E-FEDA-2D8C-90B8-7DB995ECB8A4}"/>
          </ac:spMkLst>
        </pc:spChg>
      </pc:sldChg>
      <pc:sldChg chg="modSp add mod ord modClrScheme chgLayout">
        <pc:chgData name="Hsia, Cheehong" userId="6bc27941-0d5a-4c11-8dfb-8bbe9da0911b" providerId="ADAL" clId="{699C7EDD-BFB4-41FF-827E-EFF17F39ED4E}" dt="2024-01-29T15:09:11.058" v="340"/>
        <pc:sldMkLst>
          <pc:docMk/>
          <pc:sldMk cId="217489594" sldId="299"/>
        </pc:sldMkLst>
        <pc:spChg chg="mod ord">
          <ac:chgData name="Hsia, Cheehong" userId="6bc27941-0d5a-4c11-8dfb-8bbe9da0911b" providerId="ADAL" clId="{699C7EDD-BFB4-41FF-827E-EFF17F39ED4E}" dt="2024-01-29T15:09:04.216" v="337" actId="700"/>
          <ac:spMkLst>
            <pc:docMk/>
            <pc:sldMk cId="217489594" sldId="299"/>
            <ac:spMk id="2" creationId="{AD90CEB0-783B-5FA4-1028-D4B692C5B2CE}"/>
          </ac:spMkLst>
        </pc:spChg>
        <pc:spChg chg="mod ord">
          <ac:chgData name="Hsia, Cheehong" userId="6bc27941-0d5a-4c11-8dfb-8bbe9da0911b" providerId="ADAL" clId="{699C7EDD-BFB4-41FF-827E-EFF17F39ED4E}" dt="2024-01-29T15:09:04.216" v="337" actId="700"/>
          <ac:spMkLst>
            <pc:docMk/>
            <pc:sldMk cId="217489594" sldId="299"/>
            <ac:spMk id="3" creationId="{11925C94-7DB2-3EEF-C390-EA8A563BE132}"/>
          </ac:spMkLst>
        </pc:spChg>
        <pc:spChg chg="mod ord">
          <ac:chgData name="Hsia, Cheehong" userId="6bc27941-0d5a-4c11-8dfb-8bbe9da0911b" providerId="ADAL" clId="{699C7EDD-BFB4-41FF-827E-EFF17F39ED4E}" dt="2024-01-29T15:09:04.216" v="337" actId="700"/>
          <ac:spMkLst>
            <pc:docMk/>
            <pc:sldMk cId="217489594" sldId="299"/>
            <ac:spMk id="4" creationId="{3859056E-FEDA-2D8C-90B8-7DB995ECB8A4}"/>
          </ac:spMkLst>
        </pc:spChg>
        <pc:spChg chg="mod ord">
          <ac:chgData name="Hsia, Cheehong" userId="6bc27941-0d5a-4c11-8dfb-8bbe9da0911b" providerId="ADAL" clId="{699C7EDD-BFB4-41FF-827E-EFF17F39ED4E}" dt="2024-01-29T15:09:04.216" v="337" actId="700"/>
          <ac:spMkLst>
            <pc:docMk/>
            <pc:sldMk cId="217489594" sldId="299"/>
            <ac:spMk id="5" creationId="{1D8E0DE9-59C5-51BC-C26E-CD16F2ECED89}"/>
          </ac:spMkLst>
        </pc:spChg>
      </pc:sldChg>
      <pc:sldChg chg="modSp add mod">
        <pc:chgData name="Hsia, Cheehong" userId="6bc27941-0d5a-4c11-8dfb-8bbe9da0911b" providerId="ADAL" clId="{699C7EDD-BFB4-41FF-827E-EFF17F39ED4E}" dt="2024-01-29T15:09:20.427" v="342"/>
        <pc:sldMkLst>
          <pc:docMk/>
          <pc:sldMk cId="2193924565" sldId="300"/>
        </pc:sldMkLst>
        <pc:spChg chg="mod">
          <ac:chgData name="Hsia, Cheehong" userId="6bc27941-0d5a-4c11-8dfb-8bbe9da0911b" providerId="ADAL" clId="{699C7EDD-BFB4-41FF-827E-EFF17F39ED4E}" dt="2024-01-29T15:09:17.300" v="341"/>
          <ac:spMkLst>
            <pc:docMk/>
            <pc:sldMk cId="2193924565" sldId="300"/>
            <ac:spMk id="2" creationId="{AD90CEB0-783B-5FA4-1028-D4B692C5B2CE}"/>
          </ac:spMkLst>
        </pc:spChg>
        <pc:spChg chg="mod">
          <ac:chgData name="Hsia, Cheehong" userId="6bc27941-0d5a-4c11-8dfb-8bbe9da0911b" providerId="ADAL" clId="{699C7EDD-BFB4-41FF-827E-EFF17F39ED4E}" dt="2024-01-29T15:09:20.427" v="342"/>
          <ac:spMkLst>
            <pc:docMk/>
            <pc:sldMk cId="2193924565" sldId="300"/>
            <ac:spMk id="4" creationId="{3859056E-FEDA-2D8C-90B8-7DB995ECB8A4}"/>
          </ac:spMkLst>
        </pc:spChg>
      </pc:sldChg>
      <pc:sldChg chg="modSp add mod ord modClrScheme chgLayout">
        <pc:chgData name="Hsia, Cheehong" userId="6bc27941-0d5a-4c11-8dfb-8bbe9da0911b" providerId="ADAL" clId="{699C7EDD-BFB4-41FF-827E-EFF17F39ED4E}" dt="2024-01-29T15:09:38.306" v="349"/>
        <pc:sldMkLst>
          <pc:docMk/>
          <pc:sldMk cId="2693914518" sldId="301"/>
        </pc:sldMkLst>
        <pc:spChg chg="mod ord">
          <ac:chgData name="Hsia, Cheehong" userId="6bc27941-0d5a-4c11-8dfb-8bbe9da0911b" providerId="ADAL" clId="{699C7EDD-BFB4-41FF-827E-EFF17F39ED4E}" dt="2024-01-29T15:09:28.076" v="344" actId="700"/>
          <ac:spMkLst>
            <pc:docMk/>
            <pc:sldMk cId="2693914518" sldId="301"/>
            <ac:spMk id="2" creationId="{AD90CEB0-783B-5FA4-1028-D4B692C5B2CE}"/>
          </ac:spMkLst>
        </pc:spChg>
        <pc:spChg chg="mod ord">
          <ac:chgData name="Hsia, Cheehong" userId="6bc27941-0d5a-4c11-8dfb-8bbe9da0911b" providerId="ADAL" clId="{699C7EDD-BFB4-41FF-827E-EFF17F39ED4E}" dt="2024-01-29T15:09:28.076" v="344" actId="700"/>
          <ac:spMkLst>
            <pc:docMk/>
            <pc:sldMk cId="2693914518" sldId="301"/>
            <ac:spMk id="3" creationId="{11925C94-7DB2-3EEF-C390-EA8A563BE132}"/>
          </ac:spMkLst>
        </pc:spChg>
        <pc:spChg chg="mod ord">
          <ac:chgData name="Hsia, Cheehong" userId="6bc27941-0d5a-4c11-8dfb-8bbe9da0911b" providerId="ADAL" clId="{699C7EDD-BFB4-41FF-827E-EFF17F39ED4E}" dt="2024-01-29T15:09:28.076" v="344" actId="700"/>
          <ac:spMkLst>
            <pc:docMk/>
            <pc:sldMk cId="2693914518" sldId="301"/>
            <ac:spMk id="4" creationId="{3859056E-FEDA-2D8C-90B8-7DB995ECB8A4}"/>
          </ac:spMkLst>
        </pc:spChg>
        <pc:spChg chg="mod ord">
          <ac:chgData name="Hsia, Cheehong" userId="6bc27941-0d5a-4c11-8dfb-8bbe9da0911b" providerId="ADAL" clId="{699C7EDD-BFB4-41FF-827E-EFF17F39ED4E}" dt="2024-01-29T15:09:28.076" v="344" actId="700"/>
          <ac:spMkLst>
            <pc:docMk/>
            <pc:sldMk cId="2693914518" sldId="301"/>
            <ac:spMk id="5" creationId="{1D8E0DE9-59C5-51BC-C26E-CD16F2ECED89}"/>
          </ac:spMkLst>
        </pc:spChg>
      </pc:sldChg>
      <pc:sldChg chg="modSp add mod">
        <pc:chgData name="Hsia, Cheehong" userId="6bc27941-0d5a-4c11-8dfb-8bbe9da0911b" providerId="ADAL" clId="{699C7EDD-BFB4-41FF-827E-EFF17F39ED4E}" dt="2024-01-29T15:09:50.806" v="351"/>
        <pc:sldMkLst>
          <pc:docMk/>
          <pc:sldMk cId="155960899" sldId="302"/>
        </pc:sldMkLst>
        <pc:spChg chg="mod">
          <ac:chgData name="Hsia, Cheehong" userId="6bc27941-0d5a-4c11-8dfb-8bbe9da0911b" providerId="ADAL" clId="{699C7EDD-BFB4-41FF-827E-EFF17F39ED4E}" dt="2024-01-29T15:09:44.696" v="350"/>
          <ac:spMkLst>
            <pc:docMk/>
            <pc:sldMk cId="155960899" sldId="302"/>
            <ac:spMk id="2" creationId="{AD90CEB0-783B-5FA4-1028-D4B692C5B2CE}"/>
          </ac:spMkLst>
        </pc:spChg>
        <pc:spChg chg="mod">
          <ac:chgData name="Hsia, Cheehong" userId="6bc27941-0d5a-4c11-8dfb-8bbe9da0911b" providerId="ADAL" clId="{699C7EDD-BFB4-41FF-827E-EFF17F39ED4E}" dt="2024-01-29T15:09:50.806" v="351"/>
          <ac:spMkLst>
            <pc:docMk/>
            <pc:sldMk cId="155960899" sldId="302"/>
            <ac:spMk id="4" creationId="{3859056E-FEDA-2D8C-90B8-7DB995ECB8A4}"/>
          </ac:spMkLst>
        </pc:spChg>
      </pc:sldChg>
      <pc:sldChg chg="add del">
        <pc:chgData name="Hsia, Cheehong" userId="6bc27941-0d5a-4c11-8dfb-8bbe9da0911b" providerId="ADAL" clId="{699C7EDD-BFB4-41FF-827E-EFF17F39ED4E}" dt="2024-01-29T15:09:34.992" v="346" actId="2890"/>
        <pc:sldMkLst>
          <pc:docMk/>
          <pc:sldMk cId="1301586892" sldId="302"/>
        </pc:sldMkLst>
      </pc:sldChg>
      <pc:sldChg chg="modSp add mod ord modClrScheme chgLayout">
        <pc:chgData name="Hsia, Cheehong" userId="6bc27941-0d5a-4c11-8dfb-8bbe9da0911b" providerId="ADAL" clId="{699C7EDD-BFB4-41FF-827E-EFF17F39ED4E}" dt="2024-01-29T15:10:01.646" v="356"/>
        <pc:sldMkLst>
          <pc:docMk/>
          <pc:sldMk cId="4239895058" sldId="303"/>
        </pc:sldMkLst>
        <pc:spChg chg="mod ord">
          <ac:chgData name="Hsia, Cheehong" userId="6bc27941-0d5a-4c11-8dfb-8bbe9da0911b" providerId="ADAL" clId="{699C7EDD-BFB4-41FF-827E-EFF17F39ED4E}" dt="2024-01-29T15:09:57.311" v="353" actId="700"/>
          <ac:spMkLst>
            <pc:docMk/>
            <pc:sldMk cId="4239895058" sldId="303"/>
            <ac:spMk id="2" creationId="{AD90CEB0-783B-5FA4-1028-D4B692C5B2CE}"/>
          </ac:spMkLst>
        </pc:spChg>
        <pc:spChg chg="mod ord">
          <ac:chgData name="Hsia, Cheehong" userId="6bc27941-0d5a-4c11-8dfb-8bbe9da0911b" providerId="ADAL" clId="{699C7EDD-BFB4-41FF-827E-EFF17F39ED4E}" dt="2024-01-29T15:09:57.311" v="353" actId="700"/>
          <ac:spMkLst>
            <pc:docMk/>
            <pc:sldMk cId="4239895058" sldId="303"/>
            <ac:spMk id="3" creationId="{11925C94-7DB2-3EEF-C390-EA8A563BE132}"/>
          </ac:spMkLst>
        </pc:spChg>
        <pc:spChg chg="mod ord">
          <ac:chgData name="Hsia, Cheehong" userId="6bc27941-0d5a-4c11-8dfb-8bbe9da0911b" providerId="ADAL" clId="{699C7EDD-BFB4-41FF-827E-EFF17F39ED4E}" dt="2024-01-29T15:09:57.311" v="353" actId="700"/>
          <ac:spMkLst>
            <pc:docMk/>
            <pc:sldMk cId="4239895058" sldId="303"/>
            <ac:spMk id="4" creationId="{3859056E-FEDA-2D8C-90B8-7DB995ECB8A4}"/>
          </ac:spMkLst>
        </pc:spChg>
        <pc:spChg chg="mod ord">
          <ac:chgData name="Hsia, Cheehong" userId="6bc27941-0d5a-4c11-8dfb-8bbe9da0911b" providerId="ADAL" clId="{699C7EDD-BFB4-41FF-827E-EFF17F39ED4E}" dt="2024-01-29T15:09:57.311" v="353" actId="700"/>
          <ac:spMkLst>
            <pc:docMk/>
            <pc:sldMk cId="4239895058" sldId="303"/>
            <ac:spMk id="5" creationId="{1D8E0DE9-59C5-51BC-C26E-CD16F2ECED89}"/>
          </ac:spMkLst>
        </pc:spChg>
      </pc:sldChg>
      <pc:sldChg chg="modSp add mod">
        <pc:chgData name="Hsia, Cheehong" userId="6bc27941-0d5a-4c11-8dfb-8bbe9da0911b" providerId="ADAL" clId="{699C7EDD-BFB4-41FF-827E-EFF17F39ED4E}" dt="2024-01-29T15:10:15.016" v="358"/>
        <pc:sldMkLst>
          <pc:docMk/>
          <pc:sldMk cId="1487932769" sldId="304"/>
        </pc:sldMkLst>
        <pc:spChg chg="mod">
          <ac:chgData name="Hsia, Cheehong" userId="6bc27941-0d5a-4c11-8dfb-8bbe9da0911b" providerId="ADAL" clId="{699C7EDD-BFB4-41FF-827E-EFF17F39ED4E}" dt="2024-01-29T15:10:11.846" v="357"/>
          <ac:spMkLst>
            <pc:docMk/>
            <pc:sldMk cId="1487932769" sldId="304"/>
            <ac:spMk id="2" creationId="{AD90CEB0-783B-5FA4-1028-D4B692C5B2CE}"/>
          </ac:spMkLst>
        </pc:spChg>
        <pc:spChg chg="mod">
          <ac:chgData name="Hsia, Cheehong" userId="6bc27941-0d5a-4c11-8dfb-8bbe9da0911b" providerId="ADAL" clId="{699C7EDD-BFB4-41FF-827E-EFF17F39ED4E}" dt="2024-01-29T15:10:15.016" v="358"/>
          <ac:spMkLst>
            <pc:docMk/>
            <pc:sldMk cId="1487932769" sldId="304"/>
            <ac:spMk id="4" creationId="{3859056E-FEDA-2D8C-90B8-7DB995ECB8A4}"/>
          </ac:spMkLst>
        </pc:spChg>
      </pc:sldChg>
      <pc:sldChg chg="modSp add mod modClrScheme chgLayout">
        <pc:chgData name="Hsia, Cheehong" userId="6bc27941-0d5a-4c11-8dfb-8bbe9da0911b" providerId="ADAL" clId="{699C7EDD-BFB4-41FF-827E-EFF17F39ED4E}" dt="2024-01-29T15:10:22.436" v="360" actId="700"/>
        <pc:sldMkLst>
          <pc:docMk/>
          <pc:sldMk cId="178219345" sldId="305"/>
        </pc:sldMkLst>
        <pc:spChg chg="mod ord">
          <ac:chgData name="Hsia, Cheehong" userId="6bc27941-0d5a-4c11-8dfb-8bbe9da0911b" providerId="ADAL" clId="{699C7EDD-BFB4-41FF-827E-EFF17F39ED4E}" dt="2024-01-29T15:10:22.436" v="360" actId="700"/>
          <ac:spMkLst>
            <pc:docMk/>
            <pc:sldMk cId="178219345" sldId="305"/>
            <ac:spMk id="2" creationId="{AD90CEB0-783B-5FA4-1028-D4B692C5B2CE}"/>
          </ac:spMkLst>
        </pc:spChg>
        <pc:spChg chg="mod ord">
          <ac:chgData name="Hsia, Cheehong" userId="6bc27941-0d5a-4c11-8dfb-8bbe9da0911b" providerId="ADAL" clId="{699C7EDD-BFB4-41FF-827E-EFF17F39ED4E}" dt="2024-01-29T15:10:22.436" v="360" actId="700"/>
          <ac:spMkLst>
            <pc:docMk/>
            <pc:sldMk cId="178219345" sldId="305"/>
            <ac:spMk id="3" creationId="{11925C94-7DB2-3EEF-C390-EA8A563BE132}"/>
          </ac:spMkLst>
        </pc:spChg>
        <pc:spChg chg="mod ord">
          <ac:chgData name="Hsia, Cheehong" userId="6bc27941-0d5a-4c11-8dfb-8bbe9da0911b" providerId="ADAL" clId="{699C7EDD-BFB4-41FF-827E-EFF17F39ED4E}" dt="2024-01-29T15:10:22.436" v="360" actId="700"/>
          <ac:spMkLst>
            <pc:docMk/>
            <pc:sldMk cId="178219345" sldId="305"/>
            <ac:spMk id="4" creationId="{3859056E-FEDA-2D8C-90B8-7DB995ECB8A4}"/>
          </ac:spMkLst>
        </pc:spChg>
        <pc:spChg chg="mod ord">
          <ac:chgData name="Hsia, Cheehong" userId="6bc27941-0d5a-4c11-8dfb-8bbe9da0911b" providerId="ADAL" clId="{699C7EDD-BFB4-41FF-827E-EFF17F39ED4E}" dt="2024-01-29T15:10:22.436" v="360" actId="700"/>
          <ac:spMkLst>
            <pc:docMk/>
            <pc:sldMk cId="178219345" sldId="305"/>
            <ac:spMk id="5" creationId="{1D8E0DE9-59C5-51BC-C26E-CD16F2ECED89}"/>
          </ac:spMkLst>
        </pc:spChg>
      </pc:sldChg>
      <pc:sldChg chg="new del">
        <pc:chgData name="Hsia, Cheehong" userId="6bc27941-0d5a-4c11-8dfb-8bbe9da0911b" providerId="ADAL" clId="{699C7EDD-BFB4-41FF-827E-EFF17F39ED4E}" dt="2024-01-29T15:10:50.726" v="362" actId="680"/>
        <pc:sldMkLst>
          <pc:docMk/>
          <pc:sldMk cId="1302259902" sldId="306"/>
        </pc:sldMkLst>
      </pc:sldChg>
      <pc:sldChg chg="addSp delSp modSp new mod modClrScheme chgLayout">
        <pc:chgData name="Hsia, Cheehong" userId="6bc27941-0d5a-4c11-8dfb-8bbe9da0911b" providerId="ADAL" clId="{699C7EDD-BFB4-41FF-827E-EFF17F39ED4E}" dt="2024-01-29T15:12:59.536" v="392" actId="478"/>
        <pc:sldMkLst>
          <pc:docMk/>
          <pc:sldMk cId="3441977504" sldId="306"/>
        </pc:sldMkLst>
        <pc:spChg chg="mod ord">
          <ac:chgData name="Hsia, Cheehong" userId="6bc27941-0d5a-4c11-8dfb-8bbe9da0911b" providerId="ADAL" clId="{699C7EDD-BFB4-41FF-827E-EFF17F39ED4E}" dt="2024-01-29T15:12:55.860" v="391" actId="700"/>
          <ac:spMkLst>
            <pc:docMk/>
            <pc:sldMk cId="3441977504" sldId="306"/>
            <ac:spMk id="2" creationId="{D43A5880-B244-5B8B-D3F4-CD35BC7751FF}"/>
          </ac:spMkLst>
        </pc:spChg>
        <pc:spChg chg="add del mod ord">
          <ac:chgData name="Hsia, Cheehong" userId="6bc27941-0d5a-4c11-8dfb-8bbe9da0911b" providerId="ADAL" clId="{699C7EDD-BFB4-41FF-827E-EFF17F39ED4E}" dt="2024-01-29T15:12:59.536" v="392" actId="478"/>
          <ac:spMkLst>
            <pc:docMk/>
            <pc:sldMk cId="3441977504" sldId="306"/>
            <ac:spMk id="3" creationId="{513467D7-CBBB-90B4-397A-600D281DF12B}"/>
          </ac:spMkLst>
        </pc:spChg>
        <pc:spChg chg="add del mod ord">
          <ac:chgData name="Hsia, Cheehong" userId="6bc27941-0d5a-4c11-8dfb-8bbe9da0911b" providerId="ADAL" clId="{699C7EDD-BFB4-41FF-827E-EFF17F39ED4E}" dt="2024-01-29T15:12:55.860" v="391" actId="700"/>
          <ac:spMkLst>
            <pc:docMk/>
            <pc:sldMk cId="3441977504" sldId="306"/>
            <ac:spMk id="4" creationId="{30028F07-2018-B093-5329-93BF568B9864}"/>
          </ac:spMkLst>
        </pc:spChg>
        <pc:spChg chg="add del mod ord">
          <ac:chgData name="Hsia, Cheehong" userId="6bc27941-0d5a-4c11-8dfb-8bbe9da0911b" providerId="ADAL" clId="{699C7EDD-BFB4-41FF-827E-EFF17F39ED4E}" dt="2024-01-29T15:12:55.860" v="391" actId="700"/>
          <ac:spMkLst>
            <pc:docMk/>
            <pc:sldMk cId="3441977504" sldId="306"/>
            <ac:spMk id="5" creationId="{DB309D0E-A7AB-009A-8DFF-77C92C9360DB}"/>
          </ac:spMkLst>
        </pc:spChg>
      </pc:sldChg>
      <pc:sldChg chg="new">
        <pc:chgData name="Hsia, Cheehong" userId="6bc27941-0d5a-4c11-8dfb-8bbe9da0911b" providerId="ADAL" clId="{699C7EDD-BFB4-41FF-827E-EFF17F39ED4E}" dt="2024-01-29T15:11:14.959" v="370" actId="680"/>
        <pc:sldMkLst>
          <pc:docMk/>
          <pc:sldMk cId="40668524" sldId="307"/>
        </pc:sldMkLst>
      </pc:sldChg>
      <pc:sldChg chg="addSp delSp modSp new mod">
        <pc:chgData name="Hsia, Cheehong" userId="6bc27941-0d5a-4c11-8dfb-8bbe9da0911b" providerId="ADAL" clId="{699C7EDD-BFB4-41FF-827E-EFF17F39ED4E}" dt="2024-01-29T15:13:38.276" v="419" actId="255"/>
        <pc:sldMkLst>
          <pc:docMk/>
          <pc:sldMk cId="961020213" sldId="308"/>
        </pc:sldMkLst>
        <pc:spChg chg="mod">
          <ac:chgData name="Hsia, Cheehong" userId="6bc27941-0d5a-4c11-8dfb-8bbe9da0911b" providerId="ADAL" clId="{699C7EDD-BFB4-41FF-827E-EFF17F39ED4E}" dt="2024-01-29T15:13:28.206" v="416" actId="20577"/>
          <ac:spMkLst>
            <pc:docMk/>
            <pc:sldMk cId="961020213" sldId="308"/>
            <ac:spMk id="2" creationId="{9024BA51-C630-BA2A-58B6-69F9BB6816A0}"/>
          </ac:spMkLst>
        </pc:spChg>
        <pc:spChg chg="add del mod">
          <ac:chgData name="Hsia, Cheehong" userId="6bc27941-0d5a-4c11-8dfb-8bbe9da0911b" providerId="ADAL" clId="{699C7EDD-BFB4-41FF-827E-EFF17F39ED4E}" dt="2024-01-29T15:13:16.711" v="405" actId="20577"/>
          <ac:spMkLst>
            <pc:docMk/>
            <pc:sldMk cId="961020213" sldId="308"/>
            <ac:spMk id="3" creationId="{2077BF95-1F9E-AA05-3D0B-83E184AA9C48}"/>
          </ac:spMkLst>
        </pc:spChg>
        <pc:spChg chg="mod">
          <ac:chgData name="Hsia, Cheehong" userId="6bc27941-0d5a-4c11-8dfb-8bbe9da0911b" providerId="ADAL" clId="{699C7EDD-BFB4-41FF-827E-EFF17F39ED4E}" dt="2024-01-29T15:13:38.276" v="419" actId="255"/>
          <ac:spMkLst>
            <pc:docMk/>
            <pc:sldMk cId="961020213" sldId="308"/>
            <ac:spMk id="4" creationId="{8946D5DF-DDC9-DF42-4883-DA9549CF8DE5}"/>
          </ac:spMkLst>
        </pc:spChg>
        <pc:spChg chg="mod">
          <ac:chgData name="Hsia, Cheehong" userId="6bc27941-0d5a-4c11-8dfb-8bbe9da0911b" providerId="ADAL" clId="{699C7EDD-BFB4-41FF-827E-EFF17F39ED4E}" dt="2024-01-29T15:13:21.706" v="414" actId="20577"/>
          <ac:spMkLst>
            <pc:docMk/>
            <pc:sldMk cId="961020213" sldId="308"/>
            <ac:spMk id="5" creationId="{860EF69F-79FC-8315-A261-A0DDABAAA234}"/>
          </ac:spMkLst>
        </pc:spChg>
        <pc:graphicFrameChg chg="add del mod ord modGraphic">
          <ac:chgData name="Hsia, Cheehong" userId="6bc27941-0d5a-4c11-8dfb-8bbe9da0911b" providerId="ADAL" clId="{699C7EDD-BFB4-41FF-827E-EFF17F39ED4E}" dt="2024-01-29T15:13:11.991" v="395" actId="3680"/>
          <ac:graphicFrameMkLst>
            <pc:docMk/>
            <pc:sldMk cId="961020213" sldId="308"/>
            <ac:graphicFrameMk id="6" creationId="{19963B22-FD06-A35C-5387-4B7793871049}"/>
          </ac:graphicFrameMkLst>
        </pc:graphicFrameChg>
      </pc:sldChg>
      <pc:sldChg chg="modSp add mod ord modClrScheme chgLayout">
        <pc:chgData name="Hsia, Cheehong" userId="6bc27941-0d5a-4c11-8dfb-8bbe9da0911b" providerId="ADAL" clId="{699C7EDD-BFB4-41FF-827E-EFF17F39ED4E}" dt="2024-01-29T15:14:03.516" v="428"/>
        <pc:sldMkLst>
          <pc:docMk/>
          <pc:sldMk cId="415980821" sldId="309"/>
        </pc:sldMkLst>
        <pc:spChg chg="mod ord">
          <ac:chgData name="Hsia, Cheehong" userId="6bc27941-0d5a-4c11-8dfb-8bbe9da0911b" providerId="ADAL" clId="{699C7EDD-BFB4-41FF-827E-EFF17F39ED4E}" dt="2024-01-29T15:14:03.516" v="428"/>
          <ac:spMkLst>
            <pc:docMk/>
            <pc:sldMk cId="415980821" sldId="309"/>
            <ac:spMk id="2" creationId="{9024BA51-C630-BA2A-58B6-69F9BB6816A0}"/>
          </ac:spMkLst>
        </pc:spChg>
        <pc:spChg chg="mod ord">
          <ac:chgData name="Hsia, Cheehong" userId="6bc27941-0d5a-4c11-8dfb-8bbe9da0911b" providerId="ADAL" clId="{699C7EDD-BFB4-41FF-827E-EFF17F39ED4E}" dt="2024-01-29T15:13:43.991" v="421" actId="700"/>
          <ac:spMkLst>
            <pc:docMk/>
            <pc:sldMk cId="415980821" sldId="309"/>
            <ac:spMk id="3" creationId="{2077BF95-1F9E-AA05-3D0B-83E184AA9C48}"/>
          </ac:spMkLst>
        </pc:spChg>
        <pc:spChg chg="mod ord">
          <ac:chgData name="Hsia, Cheehong" userId="6bc27941-0d5a-4c11-8dfb-8bbe9da0911b" providerId="ADAL" clId="{699C7EDD-BFB4-41FF-827E-EFF17F39ED4E}" dt="2024-01-29T15:14:02.846" v="427"/>
          <ac:spMkLst>
            <pc:docMk/>
            <pc:sldMk cId="415980821" sldId="309"/>
            <ac:spMk id="4" creationId="{8946D5DF-DDC9-DF42-4883-DA9549CF8DE5}"/>
          </ac:spMkLst>
        </pc:spChg>
        <pc:spChg chg="mod ord">
          <ac:chgData name="Hsia, Cheehong" userId="6bc27941-0d5a-4c11-8dfb-8bbe9da0911b" providerId="ADAL" clId="{699C7EDD-BFB4-41FF-827E-EFF17F39ED4E}" dt="2024-01-29T15:13:43.991" v="421" actId="700"/>
          <ac:spMkLst>
            <pc:docMk/>
            <pc:sldMk cId="415980821" sldId="309"/>
            <ac:spMk id="5" creationId="{860EF69F-79FC-8315-A261-A0DDABAAA234}"/>
          </ac:spMkLst>
        </pc:spChg>
      </pc:sldChg>
      <pc:sldChg chg="modSp add mod">
        <pc:chgData name="Hsia, Cheehong" userId="6bc27941-0d5a-4c11-8dfb-8bbe9da0911b" providerId="ADAL" clId="{699C7EDD-BFB4-41FF-827E-EFF17F39ED4E}" dt="2024-01-29T15:14:15.920" v="430"/>
        <pc:sldMkLst>
          <pc:docMk/>
          <pc:sldMk cId="1482915617" sldId="310"/>
        </pc:sldMkLst>
        <pc:spChg chg="mod">
          <ac:chgData name="Hsia, Cheehong" userId="6bc27941-0d5a-4c11-8dfb-8bbe9da0911b" providerId="ADAL" clId="{699C7EDD-BFB4-41FF-827E-EFF17F39ED4E}" dt="2024-01-29T15:14:12.771" v="429"/>
          <ac:spMkLst>
            <pc:docMk/>
            <pc:sldMk cId="1482915617" sldId="310"/>
            <ac:spMk id="2" creationId="{9024BA51-C630-BA2A-58B6-69F9BB6816A0}"/>
          </ac:spMkLst>
        </pc:spChg>
        <pc:spChg chg="mod">
          <ac:chgData name="Hsia, Cheehong" userId="6bc27941-0d5a-4c11-8dfb-8bbe9da0911b" providerId="ADAL" clId="{699C7EDD-BFB4-41FF-827E-EFF17F39ED4E}" dt="2024-01-29T15:14:15.920" v="430"/>
          <ac:spMkLst>
            <pc:docMk/>
            <pc:sldMk cId="1482915617" sldId="310"/>
            <ac:spMk id="4" creationId="{8946D5DF-DDC9-DF42-4883-DA9549CF8DE5}"/>
          </ac:spMkLst>
        </pc:spChg>
      </pc:sldChg>
      <pc:sldChg chg="modSp add mod modClrScheme chgLayout">
        <pc:chgData name="Hsia, Cheehong" userId="6bc27941-0d5a-4c11-8dfb-8bbe9da0911b" providerId="ADAL" clId="{699C7EDD-BFB4-41FF-827E-EFF17F39ED4E}" dt="2024-01-29T15:14:26.136" v="432" actId="700"/>
        <pc:sldMkLst>
          <pc:docMk/>
          <pc:sldMk cId="1467359079" sldId="311"/>
        </pc:sldMkLst>
        <pc:spChg chg="mod ord">
          <ac:chgData name="Hsia, Cheehong" userId="6bc27941-0d5a-4c11-8dfb-8bbe9da0911b" providerId="ADAL" clId="{699C7EDD-BFB4-41FF-827E-EFF17F39ED4E}" dt="2024-01-29T15:14:26.136" v="432" actId="700"/>
          <ac:spMkLst>
            <pc:docMk/>
            <pc:sldMk cId="1467359079" sldId="311"/>
            <ac:spMk id="2" creationId="{9024BA51-C630-BA2A-58B6-69F9BB6816A0}"/>
          </ac:spMkLst>
        </pc:spChg>
        <pc:spChg chg="mod ord">
          <ac:chgData name="Hsia, Cheehong" userId="6bc27941-0d5a-4c11-8dfb-8bbe9da0911b" providerId="ADAL" clId="{699C7EDD-BFB4-41FF-827E-EFF17F39ED4E}" dt="2024-01-29T15:14:26.136" v="432" actId="700"/>
          <ac:spMkLst>
            <pc:docMk/>
            <pc:sldMk cId="1467359079" sldId="311"/>
            <ac:spMk id="3" creationId="{2077BF95-1F9E-AA05-3D0B-83E184AA9C48}"/>
          </ac:spMkLst>
        </pc:spChg>
        <pc:spChg chg="mod ord">
          <ac:chgData name="Hsia, Cheehong" userId="6bc27941-0d5a-4c11-8dfb-8bbe9da0911b" providerId="ADAL" clId="{699C7EDD-BFB4-41FF-827E-EFF17F39ED4E}" dt="2024-01-29T15:14:26.136" v="432" actId="700"/>
          <ac:spMkLst>
            <pc:docMk/>
            <pc:sldMk cId="1467359079" sldId="311"/>
            <ac:spMk id="4" creationId="{8946D5DF-DDC9-DF42-4883-DA9549CF8DE5}"/>
          </ac:spMkLst>
        </pc:spChg>
        <pc:spChg chg="mod ord">
          <ac:chgData name="Hsia, Cheehong" userId="6bc27941-0d5a-4c11-8dfb-8bbe9da0911b" providerId="ADAL" clId="{699C7EDD-BFB4-41FF-827E-EFF17F39ED4E}" dt="2024-01-29T15:14:26.136" v="432" actId="700"/>
          <ac:spMkLst>
            <pc:docMk/>
            <pc:sldMk cId="1467359079" sldId="311"/>
            <ac:spMk id="5" creationId="{860EF69F-79FC-8315-A261-A0DDABAAA234}"/>
          </ac:spMkLst>
        </pc:spChg>
      </pc:sldChg>
      <pc:sldChg chg="modSp add mod ord">
        <pc:chgData name="Hsia, Cheehong" userId="6bc27941-0d5a-4c11-8dfb-8bbe9da0911b" providerId="ADAL" clId="{699C7EDD-BFB4-41FF-827E-EFF17F39ED4E}" dt="2024-01-29T15:14:45.536" v="439" actId="255"/>
        <pc:sldMkLst>
          <pc:docMk/>
          <pc:sldMk cId="3790017242" sldId="312"/>
        </pc:sldMkLst>
        <pc:spChg chg="mod">
          <ac:chgData name="Hsia, Cheehong" userId="6bc27941-0d5a-4c11-8dfb-8bbe9da0911b" providerId="ADAL" clId="{699C7EDD-BFB4-41FF-827E-EFF17F39ED4E}" dt="2024-01-29T15:14:36.602" v="436"/>
          <ac:spMkLst>
            <pc:docMk/>
            <pc:sldMk cId="3790017242" sldId="312"/>
            <ac:spMk id="2" creationId="{9024BA51-C630-BA2A-58B6-69F9BB6816A0}"/>
          </ac:spMkLst>
        </pc:spChg>
        <pc:spChg chg="mod">
          <ac:chgData name="Hsia, Cheehong" userId="6bc27941-0d5a-4c11-8dfb-8bbe9da0911b" providerId="ADAL" clId="{699C7EDD-BFB4-41FF-827E-EFF17F39ED4E}" dt="2024-01-29T15:14:45.536" v="439" actId="255"/>
          <ac:spMkLst>
            <pc:docMk/>
            <pc:sldMk cId="3790017242" sldId="312"/>
            <ac:spMk id="4" creationId="{8946D5DF-DDC9-DF42-4883-DA9549CF8DE5}"/>
          </ac:spMkLst>
        </pc:spChg>
      </pc:sldChg>
      <pc:sldChg chg="modSp add mod ord modClrScheme chgLayout">
        <pc:chgData name="Hsia, Cheehong" userId="6bc27941-0d5a-4c11-8dfb-8bbe9da0911b" providerId="ADAL" clId="{699C7EDD-BFB4-41FF-827E-EFF17F39ED4E}" dt="2024-01-29T15:16:54.592" v="460" actId="255"/>
        <pc:sldMkLst>
          <pc:docMk/>
          <pc:sldMk cId="2313812796" sldId="313"/>
        </pc:sldMkLst>
        <pc:spChg chg="mod ord">
          <ac:chgData name="Hsia, Cheehong" userId="6bc27941-0d5a-4c11-8dfb-8bbe9da0911b" providerId="ADAL" clId="{699C7EDD-BFB4-41FF-827E-EFF17F39ED4E}" dt="2024-01-29T15:14:51.376" v="441" actId="700"/>
          <ac:spMkLst>
            <pc:docMk/>
            <pc:sldMk cId="2313812796" sldId="313"/>
            <ac:spMk id="2" creationId="{9024BA51-C630-BA2A-58B6-69F9BB6816A0}"/>
          </ac:spMkLst>
        </pc:spChg>
        <pc:spChg chg="mod ord">
          <ac:chgData name="Hsia, Cheehong" userId="6bc27941-0d5a-4c11-8dfb-8bbe9da0911b" providerId="ADAL" clId="{699C7EDD-BFB4-41FF-827E-EFF17F39ED4E}" dt="2024-01-29T15:14:51.376" v="441" actId="700"/>
          <ac:spMkLst>
            <pc:docMk/>
            <pc:sldMk cId="2313812796" sldId="313"/>
            <ac:spMk id="3" creationId="{2077BF95-1F9E-AA05-3D0B-83E184AA9C48}"/>
          </ac:spMkLst>
        </pc:spChg>
        <pc:spChg chg="mod ord">
          <ac:chgData name="Hsia, Cheehong" userId="6bc27941-0d5a-4c11-8dfb-8bbe9da0911b" providerId="ADAL" clId="{699C7EDD-BFB4-41FF-827E-EFF17F39ED4E}" dt="2024-01-29T15:16:54.592" v="460" actId="255"/>
          <ac:spMkLst>
            <pc:docMk/>
            <pc:sldMk cId="2313812796" sldId="313"/>
            <ac:spMk id="4" creationId="{8946D5DF-DDC9-DF42-4883-DA9549CF8DE5}"/>
          </ac:spMkLst>
        </pc:spChg>
        <pc:spChg chg="mod ord">
          <ac:chgData name="Hsia, Cheehong" userId="6bc27941-0d5a-4c11-8dfb-8bbe9da0911b" providerId="ADAL" clId="{699C7EDD-BFB4-41FF-827E-EFF17F39ED4E}" dt="2024-01-29T15:14:51.376" v="441" actId="700"/>
          <ac:spMkLst>
            <pc:docMk/>
            <pc:sldMk cId="2313812796" sldId="313"/>
            <ac:spMk id="5" creationId="{860EF69F-79FC-8315-A261-A0DDABAAA234}"/>
          </ac:spMkLst>
        </pc:spChg>
      </pc:sldChg>
      <pc:sldChg chg="modSp add mod">
        <pc:chgData name="Hsia, Cheehong" userId="6bc27941-0d5a-4c11-8dfb-8bbe9da0911b" providerId="ADAL" clId="{699C7EDD-BFB4-41FF-827E-EFF17F39ED4E}" dt="2024-01-29T15:16:47.626" v="458" actId="255"/>
        <pc:sldMkLst>
          <pc:docMk/>
          <pc:sldMk cId="2198057494" sldId="314"/>
        </pc:sldMkLst>
        <pc:spChg chg="mod">
          <ac:chgData name="Hsia, Cheehong" userId="6bc27941-0d5a-4c11-8dfb-8bbe9da0911b" providerId="ADAL" clId="{699C7EDD-BFB4-41FF-827E-EFF17F39ED4E}" dt="2024-01-29T15:16:02.833" v="445"/>
          <ac:spMkLst>
            <pc:docMk/>
            <pc:sldMk cId="2198057494" sldId="314"/>
            <ac:spMk id="2" creationId="{9024BA51-C630-BA2A-58B6-69F9BB6816A0}"/>
          </ac:spMkLst>
        </pc:spChg>
        <pc:spChg chg="mod">
          <ac:chgData name="Hsia, Cheehong" userId="6bc27941-0d5a-4c11-8dfb-8bbe9da0911b" providerId="ADAL" clId="{699C7EDD-BFB4-41FF-827E-EFF17F39ED4E}" dt="2024-01-29T15:16:47.626" v="458" actId="255"/>
          <ac:spMkLst>
            <pc:docMk/>
            <pc:sldMk cId="2198057494" sldId="314"/>
            <ac:spMk id="4" creationId="{8946D5DF-DDC9-DF42-4883-DA9549CF8DE5}"/>
          </ac:spMkLst>
        </pc:spChg>
      </pc:sldChg>
      <pc:sldChg chg="add del">
        <pc:chgData name="Hsia, Cheehong" userId="6bc27941-0d5a-4c11-8dfb-8bbe9da0911b" providerId="ADAL" clId="{699C7EDD-BFB4-41FF-827E-EFF17F39ED4E}" dt="2024-01-29T15:16:10.166" v="448" actId="2890"/>
        <pc:sldMkLst>
          <pc:docMk/>
          <pc:sldMk cId="1422538693" sldId="315"/>
        </pc:sldMkLst>
      </pc:sldChg>
      <pc:sldChg chg="modSp add mod ord modClrScheme chgLayout">
        <pc:chgData name="Hsia, Cheehong" userId="6bc27941-0d5a-4c11-8dfb-8bbe9da0911b" providerId="ADAL" clId="{699C7EDD-BFB4-41FF-827E-EFF17F39ED4E}" dt="2024-01-29T15:16:41.167" v="457" actId="255"/>
        <pc:sldMkLst>
          <pc:docMk/>
          <pc:sldMk cId="2393475525" sldId="315"/>
        </pc:sldMkLst>
        <pc:spChg chg="mod ord">
          <ac:chgData name="Hsia, Cheehong" userId="6bc27941-0d5a-4c11-8dfb-8bbe9da0911b" providerId="ADAL" clId="{699C7EDD-BFB4-41FF-827E-EFF17F39ED4E}" dt="2024-01-29T15:16:14.257" v="450" actId="700"/>
          <ac:spMkLst>
            <pc:docMk/>
            <pc:sldMk cId="2393475525" sldId="315"/>
            <ac:spMk id="2" creationId="{9024BA51-C630-BA2A-58B6-69F9BB6816A0}"/>
          </ac:spMkLst>
        </pc:spChg>
        <pc:spChg chg="mod ord">
          <ac:chgData name="Hsia, Cheehong" userId="6bc27941-0d5a-4c11-8dfb-8bbe9da0911b" providerId="ADAL" clId="{699C7EDD-BFB4-41FF-827E-EFF17F39ED4E}" dt="2024-01-29T15:16:14.257" v="450" actId="700"/>
          <ac:spMkLst>
            <pc:docMk/>
            <pc:sldMk cId="2393475525" sldId="315"/>
            <ac:spMk id="3" creationId="{2077BF95-1F9E-AA05-3D0B-83E184AA9C48}"/>
          </ac:spMkLst>
        </pc:spChg>
        <pc:spChg chg="mod ord">
          <ac:chgData name="Hsia, Cheehong" userId="6bc27941-0d5a-4c11-8dfb-8bbe9da0911b" providerId="ADAL" clId="{699C7EDD-BFB4-41FF-827E-EFF17F39ED4E}" dt="2024-01-29T15:16:41.167" v="457" actId="255"/>
          <ac:spMkLst>
            <pc:docMk/>
            <pc:sldMk cId="2393475525" sldId="315"/>
            <ac:spMk id="4" creationId="{8946D5DF-DDC9-DF42-4883-DA9549CF8DE5}"/>
          </ac:spMkLst>
        </pc:spChg>
        <pc:spChg chg="mod ord">
          <ac:chgData name="Hsia, Cheehong" userId="6bc27941-0d5a-4c11-8dfb-8bbe9da0911b" providerId="ADAL" clId="{699C7EDD-BFB4-41FF-827E-EFF17F39ED4E}" dt="2024-01-29T15:16:14.257" v="450" actId="700"/>
          <ac:spMkLst>
            <pc:docMk/>
            <pc:sldMk cId="2393475525" sldId="315"/>
            <ac:spMk id="5" creationId="{860EF69F-79FC-8315-A261-A0DDABAAA234}"/>
          </ac:spMkLst>
        </pc:spChg>
      </pc:sldChg>
      <pc:sldChg chg="modSp add mod">
        <pc:chgData name="Hsia, Cheehong" userId="6bc27941-0d5a-4c11-8dfb-8bbe9da0911b" providerId="ADAL" clId="{699C7EDD-BFB4-41FF-827E-EFF17F39ED4E}" dt="2024-01-29T15:29:24.892" v="502" actId="255"/>
        <pc:sldMkLst>
          <pc:docMk/>
          <pc:sldMk cId="1870647430" sldId="316"/>
        </pc:sldMkLst>
        <pc:spChg chg="mod">
          <ac:chgData name="Hsia, Cheehong" userId="6bc27941-0d5a-4c11-8dfb-8bbe9da0911b" providerId="ADAL" clId="{699C7EDD-BFB4-41FF-827E-EFF17F39ED4E}" dt="2024-01-29T15:16:26.957" v="454"/>
          <ac:spMkLst>
            <pc:docMk/>
            <pc:sldMk cId="1870647430" sldId="316"/>
            <ac:spMk id="2" creationId="{9024BA51-C630-BA2A-58B6-69F9BB6816A0}"/>
          </ac:spMkLst>
        </pc:spChg>
        <pc:spChg chg="mod">
          <ac:chgData name="Hsia, Cheehong" userId="6bc27941-0d5a-4c11-8dfb-8bbe9da0911b" providerId="ADAL" clId="{699C7EDD-BFB4-41FF-827E-EFF17F39ED4E}" dt="2024-01-29T15:29:24.892" v="502" actId="255"/>
          <ac:spMkLst>
            <pc:docMk/>
            <pc:sldMk cId="1870647430" sldId="316"/>
            <ac:spMk id="4" creationId="{8946D5DF-DDC9-DF42-4883-DA9549CF8DE5}"/>
          </ac:spMkLst>
        </pc:spChg>
      </pc:sldChg>
      <pc:sldChg chg="modSp add mod modClrScheme chgLayout">
        <pc:chgData name="Hsia, Cheehong" userId="6bc27941-0d5a-4c11-8dfb-8bbe9da0911b" providerId="ADAL" clId="{699C7EDD-BFB4-41FF-827E-EFF17F39ED4E}" dt="2024-01-29T15:29:19.077" v="501" actId="255"/>
        <pc:sldMkLst>
          <pc:docMk/>
          <pc:sldMk cId="1520640515" sldId="317"/>
        </pc:sldMkLst>
        <pc:spChg chg="mod ord">
          <ac:chgData name="Hsia, Cheehong" userId="6bc27941-0d5a-4c11-8dfb-8bbe9da0911b" providerId="ADAL" clId="{699C7EDD-BFB4-41FF-827E-EFF17F39ED4E}" dt="2024-01-29T15:17:02.386" v="462" actId="700"/>
          <ac:spMkLst>
            <pc:docMk/>
            <pc:sldMk cId="1520640515" sldId="317"/>
            <ac:spMk id="2" creationId="{9024BA51-C630-BA2A-58B6-69F9BB6816A0}"/>
          </ac:spMkLst>
        </pc:spChg>
        <pc:spChg chg="mod ord">
          <ac:chgData name="Hsia, Cheehong" userId="6bc27941-0d5a-4c11-8dfb-8bbe9da0911b" providerId="ADAL" clId="{699C7EDD-BFB4-41FF-827E-EFF17F39ED4E}" dt="2024-01-29T15:17:02.386" v="462" actId="700"/>
          <ac:spMkLst>
            <pc:docMk/>
            <pc:sldMk cId="1520640515" sldId="317"/>
            <ac:spMk id="3" creationId="{2077BF95-1F9E-AA05-3D0B-83E184AA9C48}"/>
          </ac:spMkLst>
        </pc:spChg>
        <pc:spChg chg="mod ord">
          <ac:chgData name="Hsia, Cheehong" userId="6bc27941-0d5a-4c11-8dfb-8bbe9da0911b" providerId="ADAL" clId="{699C7EDD-BFB4-41FF-827E-EFF17F39ED4E}" dt="2024-01-29T15:29:19.077" v="501" actId="255"/>
          <ac:spMkLst>
            <pc:docMk/>
            <pc:sldMk cId="1520640515" sldId="317"/>
            <ac:spMk id="4" creationId="{8946D5DF-DDC9-DF42-4883-DA9549CF8DE5}"/>
          </ac:spMkLst>
        </pc:spChg>
        <pc:spChg chg="mod ord">
          <ac:chgData name="Hsia, Cheehong" userId="6bc27941-0d5a-4c11-8dfb-8bbe9da0911b" providerId="ADAL" clId="{699C7EDD-BFB4-41FF-827E-EFF17F39ED4E}" dt="2024-01-29T15:17:02.386" v="462" actId="700"/>
          <ac:spMkLst>
            <pc:docMk/>
            <pc:sldMk cId="1520640515" sldId="317"/>
            <ac:spMk id="5" creationId="{860EF69F-79FC-8315-A261-A0DDABAAA234}"/>
          </ac:spMkLst>
        </pc:spChg>
      </pc:sldChg>
      <pc:sldMasterChg chg="modSldLayout">
        <pc:chgData name="Hsia, Cheehong" userId="6bc27941-0d5a-4c11-8dfb-8bbe9da0911b" providerId="ADAL" clId="{699C7EDD-BFB4-41FF-827E-EFF17F39ED4E}" dt="2024-01-29T14:54:29.186" v="46" actId="20577"/>
        <pc:sldMasterMkLst>
          <pc:docMk/>
          <pc:sldMasterMk cId="1483906179" sldId="2147483715"/>
        </pc:sldMasterMkLst>
        <pc:sldLayoutChg chg="modSp mod">
          <pc:chgData name="Hsia, Cheehong" userId="6bc27941-0d5a-4c11-8dfb-8bbe9da0911b" providerId="ADAL" clId="{699C7EDD-BFB4-41FF-827E-EFF17F39ED4E}" dt="2024-01-29T14:54:29.186" v="46" actId="20577"/>
          <pc:sldLayoutMkLst>
            <pc:docMk/>
            <pc:sldMasterMk cId="1483906179" sldId="2147483715"/>
            <pc:sldLayoutMk cId="3864766251" sldId="2147483718"/>
          </pc:sldLayoutMkLst>
          <pc:spChg chg="mod">
            <ac:chgData name="Hsia, Cheehong" userId="6bc27941-0d5a-4c11-8dfb-8bbe9da0911b" providerId="ADAL" clId="{699C7EDD-BFB4-41FF-827E-EFF17F39ED4E}" dt="2024-01-29T14:54:29.186" v="46" actId="20577"/>
            <ac:spMkLst>
              <pc:docMk/>
              <pc:sldMasterMk cId="1483906179" sldId="2147483715"/>
              <pc:sldLayoutMk cId="3864766251" sldId="2147483718"/>
              <ac:spMk id="5" creationId="{D1FC2A46-EF4E-091F-1C07-157CCAD0D6E2}"/>
            </ac:spMkLst>
          </pc:spChg>
        </pc:sldLayoutChg>
      </pc:sldMasterChg>
      <pc:sldMasterChg chg="modSldLayout">
        <pc:chgData name="Hsia, Cheehong" userId="6bc27941-0d5a-4c11-8dfb-8bbe9da0911b" providerId="ADAL" clId="{699C7EDD-BFB4-41FF-827E-EFF17F39ED4E}" dt="2024-01-29T15:42:34.407" v="526" actId="20577"/>
        <pc:sldMasterMkLst>
          <pc:docMk/>
          <pc:sldMasterMk cId="2450215900" sldId="2147483731"/>
        </pc:sldMasterMkLst>
        <pc:sldLayoutChg chg="modSp mod">
          <pc:chgData name="Hsia, Cheehong" userId="6bc27941-0d5a-4c11-8dfb-8bbe9da0911b" providerId="ADAL" clId="{699C7EDD-BFB4-41FF-827E-EFF17F39ED4E}" dt="2024-01-29T15:42:34.407" v="526" actId="20577"/>
          <pc:sldLayoutMkLst>
            <pc:docMk/>
            <pc:sldMasterMk cId="2450215900" sldId="2147483731"/>
            <pc:sldLayoutMk cId="2015467647" sldId="2147483732"/>
          </pc:sldLayoutMkLst>
          <pc:spChg chg="mod">
            <ac:chgData name="Hsia, Cheehong" userId="6bc27941-0d5a-4c11-8dfb-8bbe9da0911b" providerId="ADAL" clId="{699C7EDD-BFB4-41FF-827E-EFF17F39ED4E}" dt="2024-01-29T15:42:29.497" v="521" actId="20577"/>
            <ac:spMkLst>
              <pc:docMk/>
              <pc:sldMasterMk cId="2450215900" sldId="2147483731"/>
              <pc:sldLayoutMk cId="2015467647" sldId="2147483732"/>
              <ac:spMk id="3" creationId="{1B1ED2FE-F9FC-6748-981A-92425B9EF257}"/>
            </ac:spMkLst>
          </pc:spChg>
          <pc:spChg chg="mod">
            <ac:chgData name="Hsia, Cheehong" userId="6bc27941-0d5a-4c11-8dfb-8bbe9da0911b" providerId="ADAL" clId="{699C7EDD-BFB4-41FF-827E-EFF17F39ED4E}" dt="2024-01-29T15:42:34.407" v="526" actId="20577"/>
            <ac:spMkLst>
              <pc:docMk/>
              <pc:sldMasterMk cId="2450215900" sldId="2147483731"/>
              <pc:sldLayoutMk cId="2015467647" sldId="2147483732"/>
              <ac:spMk id="16" creationId="{144CF83A-1D86-328B-669F-D5145A587111}"/>
            </ac:spMkLst>
          </pc:spChg>
        </pc:sldLayoutChg>
      </pc:sldMasterChg>
    </pc:docChg>
  </pc:docChgLst>
  <pc:docChgLst>
    <pc:chgData name="Hsia, Cheehong" userId="6bc27941-0d5a-4c11-8dfb-8bbe9da0911b" providerId="ADAL" clId="{5BE5096F-7F8C-496A-A13C-FF7D0CA7A6B4}"/>
    <pc:docChg chg="undo custSel addSld delSld modSld modMainMaster">
      <pc:chgData name="Hsia, Cheehong" userId="6bc27941-0d5a-4c11-8dfb-8bbe9da0911b" providerId="ADAL" clId="{5BE5096F-7F8C-496A-A13C-FF7D0CA7A6B4}" dt="2024-02-15T16:34:05.991" v="1661" actId="700"/>
      <pc:docMkLst>
        <pc:docMk/>
      </pc:docMkLst>
      <pc:sldChg chg="modSp mod modClrScheme chgLayout">
        <pc:chgData name="Hsia, Cheehong" userId="6bc27941-0d5a-4c11-8dfb-8bbe9da0911b" providerId="ADAL" clId="{5BE5096F-7F8C-496A-A13C-FF7D0CA7A6B4}" dt="2024-02-15T16:33:58.900" v="1660" actId="700"/>
        <pc:sldMkLst>
          <pc:docMk/>
          <pc:sldMk cId="2964921137" sldId="258"/>
        </pc:sldMkLst>
        <pc:spChg chg="mod ord">
          <ac:chgData name="Hsia, Cheehong" userId="6bc27941-0d5a-4c11-8dfb-8bbe9da0911b" providerId="ADAL" clId="{5BE5096F-7F8C-496A-A13C-FF7D0CA7A6B4}" dt="2024-02-15T16:33:58.900" v="1660" actId="700"/>
          <ac:spMkLst>
            <pc:docMk/>
            <pc:sldMk cId="2964921137" sldId="258"/>
            <ac:spMk id="2" creationId="{74D54763-C1BB-24ED-B8EB-3E154A3480C4}"/>
          </ac:spMkLst>
        </pc:spChg>
      </pc:sldChg>
      <pc:sldChg chg="modSp mod modClrScheme chgLayout">
        <pc:chgData name="Hsia, Cheehong" userId="6bc27941-0d5a-4c11-8dfb-8bbe9da0911b" providerId="ADAL" clId="{5BE5096F-7F8C-496A-A13C-FF7D0CA7A6B4}" dt="2024-02-15T16:34:05.991" v="1661" actId="700"/>
        <pc:sldMkLst>
          <pc:docMk/>
          <pc:sldMk cId="2121178544" sldId="260"/>
        </pc:sldMkLst>
        <pc:spChg chg="mod ord">
          <ac:chgData name="Hsia, Cheehong" userId="6bc27941-0d5a-4c11-8dfb-8bbe9da0911b" providerId="ADAL" clId="{5BE5096F-7F8C-496A-A13C-FF7D0CA7A6B4}" dt="2024-02-15T16:34:05.991" v="1661" actId="700"/>
          <ac:spMkLst>
            <pc:docMk/>
            <pc:sldMk cId="2121178544" sldId="260"/>
            <ac:spMk id="2" creationId="{6E54F6D7-9B28-00E6-3865-90B565C3EA6A}"/>
          </ac:spMkLst>
        </pc:spChg>
      </pc:sldChg>
      <pc:sldChg chg="modSp mod modClrScheme chgLayout">
        <pc:chgData name="Hsia, Cheehong" userId="6bc27941-0d5a-4c11-8dfb-8bbe9da0911b" providerId="ADAL" clId="{5BE5096F-7F8C-496A-A13C-FF7D0CA7A6B4}" dt="2024-02-15T16:34:05.991" v="1661" actId="700"/>
        <pc:sldMkLst>
          <pc:docMk/>
          <pc:sldMk cId="1767545473" sldId="262"/>
        </pc:sldMkLst>
        <pc:spChg chg="mod ord">
          <ac:chgData name="Hsia, Cheehong" userId="6bc27941-0d5a-4c11-8dfb-8bbe9da0911b" providerId="ADAL" clId="{5BE5096F-7F8C-496A-A13C-FF7D0CA7A6B4}" dt="2024-02-15T16:34:05.991" v="1661" actId="700"/>
          <ac:spMkLst>
            <pc:docMk/>
            <pc:sldMk cId="1767545473" sldId="262"/>
            <ac:spMk id="2" creationId="{3BD620B5-483D-6397-4DAA-14919A367FC0}"/>
          </ac:spMkLst>
        </pc:spChg>
      </pc:sldChg>
      <pc:sldChg chg="modSp mod modClrScheme chgLayout">
        <pc:chgData name="Hsia, Cheehong" userId="6bc27941-0d5a-4c11-8dfb-8bbe9da0911b" providerId="ADAL" clId="{5BE5096F-7F8C-496A-A13C-FF7D0CA7A6B4}" dt="2024-02-15T16:34:05.991" v="1661" actId="700"/>
        <pc:sldMkLst>
          <pc:docMk/>
          <pc:sldMk cId="3000088040" sldId="264"/>
        </pc:sldMkLst>
        <pc:spChg chg="mod ord">
          <ac:chgData name="Hsia, Cheehong" userId="6bc27941-0d5a-4c11-8dfb-8bbe9da0911b" providerId="ADAL" clId="{5BE5096F-7F8C-496A-A13C-FF7D0CA7A6B4}" dt="2024-02-15T16:34:05.991" v="1661" actId="700"/>
          <ac:spMkLst>
            <pc:docMk/>
            <pc:sldMk cId="3000088040" sldId="264"/>
            <ac:spMk id="2" creationId="{E7E9D49B-A02D-FB7D-2CB8-2560D155D648}"/>
          </ac:spMkLst>
        </pc:spChg>
      </pc:sldChg>
      <pc:sldChg chg="modSp mod modClrScheme chgLayout">
        <pc:chgData name="Hsia, Cheehong" userId="6bc27941-0d5a-4c11-8dfb-8bbe9da0911b" providerId="ADAL" clId="{5BE5096F-7F8C-496A-A13C-FF7D0CA7A6B4}" dt="2024-02-15T16:34:05.991" v="1661" actId="700"/>
        <pc:sldMkLst>
          <pc:docMk/>
          <pc:sldMk cId="294217445" sldId="266"/>
        </pc:sldMkLst>
        <pc:spChg chg="mod ord">
          <ac:chgData name="Hsia, Cheehong" userId="6bc27941-0d5a-4c11-8dfb-8bbe9da0911b" providerId="ADAL" clId="{5BE5096F-7F8C-496A-A13C-FF7D0CA7A6B4}" dt="2024-02-15T16:34:05.991" v="1661" actId="700"/>
          <ac:spMkLst>
            <pc:docMk/>
            <pc:sldMk cId="294217445" sldId="266"/>
            <ac:spMk id="2" creationId="{1072D12A-AB19-16BA-EE4E-47D3CAE28569}"/>
          </ac:spMkLst>
        </pc:spChg>
      </pc:sldChg>
      <pc:sldChg chg="addSp delSp modSp add del mod">
        <pc:chgData name="Hsia, Cheehong" userId="6bc27941-0d5a-4c11-8dfb-8bbe9da0911b" providerId="ADAL" clId="{5BE5096F-7F8C-496A-A13C-FF7D0CA7A6B4}" dt="2024-01-31T20:27:22.949" v="245" actId="47"/>
        <pc:sldMkLst>
          <pc:docMk/>
          <pc:sldMk cId="1281321712" sldId="268"/>
        </pc:sldMkLst>
        <pc:spChg chg="mod">
          <ac:chgData name="Hsia, Cheehong" userId="6bc27941-0d5a-4c11-8dfb-8bbe9da0911b" providerId="ADAL" clId="{5BE5096F-7F8C-496A-A13C-FF7D0CA7A6B4}" dt="2024-01-31T20:27:12.104" v="244" actId="1076"/>
          <ac:spMkLst>
            <pc:docMk/>
            <pc:sldMk cId="1281321712" sldId="268"/>
            <ac:spMk id="2" creationId="{041A778D-5411-0426-D583-32035AA2A1EB}"/>
          </ac:spMkLst>
        </pc:spChg>
        <pc:spChg chg="add mod">
          <ac:chgData name="Hsia, Cheehong" userId="6bc27941-0d5a-4c11-8dfb-8bbe9da0911b" providerId="ADAL" clId="{5BE5096F-7F8C-496A-A13C-FF7D0CA7A6B4}" dt="2024-01-31T20:27:05.187" v="243" actId="1076"/>
          <ac:spMkLst>
            <pc:docMk/>
            <pc:sldMk cId="1281321712" sldId="268"/>
            <ac:spMk id="10" creationId="{BDBACD99-A847-1663-367C-E1CA4326DAC2}"/>
          </ac:spMkLst>
        </pc:spChg>
        <pc:spChg chg="add mod">
          <ac:chgData name="Hsia, Cheehong" userId="6bc27941-0d5a-4c11-8dfb-8bbe9da0911b" providerId="ADAL" clId="{5BE5096F-7F8C-496A-A13C-FF7D0CA7A6B4}" dt="2024-01-31T20:22:45.266" v="153" actId="164"/>
          <ac:spMkLst>
            <pc:docMk/>
            <pc:sldMk cId="1281321712" sldId="268"/>
            <ac:spMk id="13" creationId="{0D13E643-C499-C098-35AA-4E6D0BDA5FD7}"/>
          </ac:spMkLst>
        </pc:spChg>
        <pc:spChg chg="add mod">
          <ac:chgData name="Hsia, Cheehong" userId="6bc27941-0d5a-4c11-8dfb-8bbe9da0911b" providerId="ADAL" clId="{5BE5096F-7F8C-496A-A13C-FF7D0CA7A6B4}" dt="2024-01-31T20:22:54.964" v="165" actId="1038"/>
          <ac:spMkLst>
            <pc:docMk/>
            <pc:sldMk cId="1281321712" sldId="268"/>
            <ac:spMk id="14" creationId="{455E4613-8B8B-6B4F-73A1-9C61AB6EF300}"/>
          </ac:spMkLst>
        </pc:spChg>
        <pc:grpChg chg="add mod">
          <ac:chgData name="Hsia, Cheehong" userId="6bc27941-0d5a-4c11-8dfb-8bbe9da0911b" providerId="ADAL" clId="{5BE5096F-7F8C-496A-A13C-FF7D0CA7A6B4}" dt="2024-01-31T20:27:05.187" v="243" actId="1076"/>
          <ac:grpSpMkLst>
            <pc:docMk/>
            <pc:sldMk cId="1281321712" sldId="268"/>
            <ac:grpSpMk id="15" creationId="{746A1D07-DEE8-5AD0-60E4-ED9526EF6C85}"/>
          </ac:grpSpMkLst>
        </pc:grpChg>
        <pc:picChg chg="add del mod">
          <ac:chgData name="Hsia, Cheehong" userId="6bc27941-0d5a-4c11-8dfb-8bbe9da0911b" providerId="ADAL" clId="{5BE5096F-7F8C-496A-A13C-FF7D0CA7A6B4}" dt="2024-01-31T20:12:45.300" v="49" actId="478"/>
          <ac:picMkLst>
            <pc:docMk/>
            <pc:sldMk cId="1281321712" sldId="268"/>
            <ac:picMk id="3" creationId="{CC603694-3DEF-D470-1094-3FECC9910AFF}"/>
          </ac:picMkLst>
        </pc:picChg>
        <pc:picChg chg="add del mod">
          <ac:chgData name="Hsia, Cheehong" userId="6bc27941-0d5a-4c11-8dfb-8bbe9da0911b" providerId="ADAL" clId="{5BE5096F-7F8C-496A-A13C-FF7D0CA7A6B4}" dt="2024-01-31T20:15:13.133" v="60" actId="478"/>
          <ac:picMkLst>
            <pc:docMk/>
            <pc:sldMk cId="1281321712" sldId="268"/>
            <ac:picMk id="5" creationId="{91CDCF42-B35C-CB66-9FE0-CEB5B44DBFE6}"/>
          </ac:picMkLst>
        </pc:picChg>
        <pc:picChg chg="add del mod">
          <ac:chgData name="Hsia, Cheehong" userId="6bc27941-0d5a-4c11-8dfb-8bbe9da0911b" providerId="ADAL" clId="{5BE5096F-7F8C-496A-A13C-FF7D0CA7A6B4}" dt="2024-01-31T20:18:20.865" v="66" actId="478"/>
          <ac:picMkLst>
            <pc:docMk/>
            <pc:sldMk cId="1281321712" sldId="268"/>
            <ac:picMk id="7" creationId="{191687D5-1D5C-36EF-C315-B1FC6F5FEF2B}"/>
          </ac:picMkLst>
        </pc:picChg>
        <pc:picChg chg="add del mod">
          <ac:chgData name="Hsia, Cheehong" userId="6bc27941-0d5a-4c11-8dfb-8bbe9da0911b" providerId="ADAL" clId="{5BE5096F-7F8C-496A-A13C-FF7D0CA7A6B4}" dt="2024-01-31T20:20:45.237" v="84" actId="21"/>
          <ac:picMkLst>
            <pc:docMk/>
            <pc:sldMk cId="1281321712" sldId="268"/>
            <ac:picMk id="9" creationId="{97829991-053D-88B7-D175-9CA973EFE3BC}"/>
          </ac:picMkLst>
        </pc:picChg>
        <pc:picChg chg="add mod">
          <ac:chgData name="Hsia, Cheehong" userId="6bc27941-0d5a-4c11-8dfb-8bbe9da0911b" providerId="ADAL" clId="{5BE5096F-7F8C-496A-A13C-FF7D0CA7A6B4}" dt="2024-01-31T20:27:05.187" v="243" actId="1076"/>
          <ac:picMkLst>
            <pc:docMk/>
            <pc:sldMk cId="1281321712" sldId="268"/>
            <ac:picMk id="11" creationId="{CD2D78C6-56C8-A1AE-0E96-08D2B2B5EC5A}"/>
          </ac:picMkLst>
        </pc:picChg>
        <pc:picChg chg="add mod">
          <ac:chgData name="Hsia, Cheehong" userId="6bc27941-0d5a-4c11-8dfb-8bbe9da0911b" providerId="ADAL" clId="{5BE5096F-7F8C-496A-A13C-FF7D0CA7A6B4}" dt="2024-01-31T20:27:05.187" v="243" actId="1076"/>
          <ac:picMkLst>
            <pc:docMk/>
            <pc:sldMk cId="1281321712" sldId="268"/>
            <ac:picMk id="12" creationId="{ABBDAE23-39F9-0414-3CAC-A592E87F0920}"/>
          </ac:picMkLst>
        </pc:picChg>
        <pc:picChg chg="add del mod">
          <ac:chgData name="Hsia, Cheehong" userId="6bc27941-0d5a-4c11-8dfb-8bbe9da0911b" providerId="ADAL" clId="{5BE5096F-7F8C-496A-A13C-FF7D0CA7A6B4}" dt="2024-01-31T20:15:04.570" v="56" actId="478"/>
          <ac:picMkLst>
            <pc:docMk/>
            <pc:sldMk cId="1281321712" sldId="268"/>
            <ac:picMk id="1026" creationId="{47A7D6E7-36A8-CB50-7A6C-9502D253D1A3}"/>
          </ac:picMkLst>
        </pc:picChg>
        <pc:picChg chg="add del mod">
          <ac:chgData name="Hsia, Cheehong" userId="6bc27941-0d5a-4c11-8dfb-8bbe9da0911b" providerId="ADAL" clId="{5BE5096F-7F8C-496A-A13C-FF7D0CA7A6B4}" dt="2024-01-31T20:16:31.202" v="63" actId="478"/>
          <ac:picMkLst>
            <pc:docMk/>
            <pc:sldMk cId="1281321712" sldId="268"/>
            <ac:picMk id="1028" creationId="{54080382-72C4-3C46-DBC7-E7C2238843AA}"/>
          </ac:picMkLst>
        </pc:picChg>
      </pc:sldChg>
      <pc:sldChg chg="addSp modSp mod">
        <pc:chgData name="Hsia, Cheehong" userId="6bc27941-0d5a-4c11-8dfb-8bbe9da0911b" providerId="ADAL" clId="{5BE5096F-7F8C-496A-A13C-FF7D0CA7A6B4}" dt="2024-02-14T15:18:37.824" v="1036" actId="20577"/>
        <pc:sldMkLst>
          <pc:docMk/>
          <pc:sldMk cId="1496529656" sldId="270"/>
        </pc:sldMkLst>
        <pc:spChg chg="mod">
          <ac:chgData name="Hsia, Cheehong" userId="6bc27941-0d5a-4c11-8dfb-8bbe9da0911b" providerId="ADAL" clId="{5BE5096F-7F8C-496A-A13C-FF7D0CA7A6B4}" dt="2024-02-14T15:18:37.824" v="1036" actId="20577"/>
          <ac:spMkLst>
            <pc:docMk/>
            <pc:sldMk cId="1496529656" sldId="270"/>
            <ac:spMk id="2" creationId="{700D1D6A-607B-8919-A042-BCCDC9CF0CF0}"/>
          </ac:spMkLst>
        </pc:spChg>
        <pc:spChg chg="mod">
          <ac:chgData name="Hsia, Cheehong" userId="6bc27941-0d5a-4c11-8dfb-8bbe9da0911b" providerId="ADAL" clId="{5BE5096F-7F8C-496A-A13C-FF7D0CA7A6B4}" dt="2024-02-14T15:17:03.412" v="1025" actId="255"/>
          <ac:spMkLst>
            <pc:docMk/>
            <pc:sldMk cId="1496529656" sldId="270"/>
            <ac:spMk id="4" creationId="{101FB840-DD80-334A-87FD-81DC71AD8A57}"/>
          </ac:spMkLst>
        </pc:spChg>
        <pc:spChg chg="add mod">
          <ac:chgData name="Hsia, Cheehong" userId="6bc27941-0d5a-4c11-8dfb-8bbe9da0911b" providerId="ADAL" clId="{5BE5096F-7F8C-496A-A13C-FF7D0CA7A6B4}" dt="2024-02-03T15:43:14.771" v="812" actId="255"/>
          <ac:spMkLst>
            <pc:docMk/>
            <pc:sldMk cId="1496529656" sldId="270"/>
            <ac:spMk id="6" creationId="{973DC34E-6561-45C7-EF65-6ED303617764}"/>
          </ac:spMkLst>
        </pc:spChg>
      </pc:sldChg>
      <pc:sldChg chg="addSp modSp mod">
        <pc:chgData name="Hsia, Cheehong" userId="6bc27941-0d5a-4c11-8dfb-8bbe9da0911b" providerId="ADAL" clId="{5BE5096F-7F8C-496A-A13C-FF7D0CA7A6B4}" dt="2024-02-14T15:47:01.919" v="1625" actId="20577"/>
        <pc:sldMkLst>
          <pc:docMk/>
          <pc:sldMk cId="2685147449" sldId="271"/>
        </pc:sldMkLst>
        <pc:spChg chg="mod">
          <ac:chgData name="Hsia, Cheehong" userId="6bc27941-0d5a-4c11-8dfb-8bbe9da0911b" providerId="ADAL" clId="{5BE5096F-7F8C-496A-A13C-FF7D0CA7A6B4}" dt="2024-02-14T15:47:01.919" v="1625" actId="20577"/>
          <ac:spMkLst>
            <pc:docMk/>
            <pc:sldMk cId="2685147449" sldId="271"/>
            <ac:spMk id="2" creationId="{509F87C3-07A1-0EDC-D899-CD15F645C37F}"/>
          </ac:spMkLst>
        </pc:spChg>
        <pc:spChg chg="mod">
          <ac:chgData name="Hsia, Cheehong" userId="6bc27941-0d5a-4c11-8dfb-8bbe9da0911b" providerId="ADAL" clId="{5BE5096F-7F8C-496A-A13C-FF7D0CA7A6B4}" dt="2024-02-14T15:18:28.898" v="1034" actId="2711"/>
          <ac:spMkLst>
            <pc:docMk/>
            <pc:sldMk cId="2685147449" sldId="271"/>
            <ac:spMk id="4" creationId="{AA1D8D56-7997-9149-E3C2-4243BC163909}"/>
          </ac:spMkLst>
        </pc:spChg>
        <pc:spChg chg="add mod">
          <ac:chgData name="Hsia, Cheehong" userId="6bc27941-0d5a-4c11-8dfb-8bbe9da0911b" providerId="ADAL" clId="{5BE5096F-7F8C-496A-A13C-FF7D0CA7A6B4}" dt="2024-02-03T15:43:33.700" v="816" actId="20577"/>
          <ac:spMkLst>
            <pc:docMk/>
            <pc:sldMk cId="2685147449" sldId="271"/>
            <ac:spMk id="6" creationId="{D1E185FA-1FC9-E9CF-807A-D1563F37C59A}"/>
          </ac:spMkLst>
        </pc:spChg>
      </pc:sldChg>
      <pc:sldChg chg="addSp modSp del mod">
        <pc:chgData name="Hsia, Cheehong" userId="6bc27941-0d5a-4c11-8dfb-8bbe9da0911b" providerId="ADAL" clId="{5BE5096F-7F8C-496A-A13C-FF7D0CA7A6B4}" dt="2024-02-14T15:17:28.919" v="1028" actId="47"/>
        <pc:sldMkLst>
          <pc:docMk/>
          <pc:sldMk cId="106282829" sldId="273"/>
        </pc:sldMkLst>
        <pc:spChg chg="mod">
          <ac:chgData name="Hsia, Cheehong" userId="6bc27941-0d5a-4c11-8dfb-8bbe9da0911b" providerId="ADAL" clId="{5BE5096F-7F8C-496A-A13C-FF7D0CA7A6B4}" dt="2024-02-14T15:17:22.994" v="1027" actId="255"/>
          <ac:spMkLst>
            <pc:docMk/>
            <pc:sldMk cId="106282829" sldId="273"/>
            <ac:spMk id="2" creationId="{94189FDF-7B80-50D5-3AD1-CB96FAC44E6D}"/>
          </ac:spMkLst>
        </pc:spChg>
        <pc:spChg chg="add mod">
          <ac:chgData name="Hsia, Cheehong" userId="6bc27941-0d5a-4c11-8dfb-8bbe9da0911b" providerId="ADAL" clId="{5BE5096F-7F8C-496A-A13C-FF7D0CA7A6B4}" dt="2024-02-03T15:43:19.831" v="813"/>
          <ac:spMkLst>
            <pc:docMk/>
            <pc:sldMk cId="106282829" sldId="273"/>
            <ac:spMk id="6" creationId="{46EB0A5B-8321-F4D4-A1D8-FF92E744308A}"/>
          </ac:spMkLst>
        </pc:spChg>
      </pc:sldChg>
      <pc:sldChg chg="addSp modSp del">
        <pc:chgData name="Hsia, Cheehong" userId="6bc27941-0d5a-4c11-8dfb-8bbe9da0911b" providerId="ADAL" clId="{5BE5096F-7F8C-496A-A13C-FF7D0CA7A6B4}" dt="2024-02-14T15:18:52.358" v="1038" actId="47"/>
        <pc:sldMkLst>
          <pc:docMk/>
          <pc:sldMk cId="433227676" sldId="274"/>
        </pc:sldMkLst>
        <pc:spChg chg="add mod">
          <ac:chgData name="Hsia, Cheehong" userId="6bc27941-0d5a-4c11-8dfb-8bbe9da0911b" providerId="ADAL" clId="{5BE5096F-7F8C-496A-A13C-FF7D0CA7A6B4}" dt="2024-02-03T15:43:37.989" v="817"/>
          <ac:spMkLst>
            <pc:docMk/>
            <pc:sldMk cId="433227676" sldId="274"/>
            <ac:spMk id="6" creationId="{CCA63276-EDC3-D604-4F00-B405F28D19A4}"/>
          </ac:spMkLst>
        </pc:spChg>
      </pc:sldChg>
      <pc:sldChg chg="addSp modSp mod">
        <pc:chgData name="Hsia, Cheehong" userId="6bc27941-0d5a-4c11-8dfb-8bbe9da0911b" providerId="ADAL" clId="{5BE5096F-7F8C-496A-A13C-FF7D0CA7A6B4}" dt="2024-02-14T15:19:18.918" v="1046" actId="20577"/>
        <pc:sldMkLst>
          <pc:docMk/>
          <pc:sldMk cId="1492287320" sldId="275"/>
        </pc:sldMkLst>
        <pc:spChg chg="mod">
          <ac:chgData name="Hsia, Cheehong" userId="6bc27941-0d5a-4c11-8dfb-8bbe9da0911b" providerId="ADAL" clId="{5BE5096F-7F8C-496A-A13C-FF7D0CA7A6B4}" dt="2024-02-14T15:19:18.918" v="1046" actId="20577"/>
          <ac:spMkLst>
            <pc:docMk/>
            <pc:sldMk cId="1492287320" sldId="275"/>
            <ac:spMk id="2" creationId="{509F87C3-07A1-0EDC-D899-CD15F645C37F}"/>
          </ac:spMkLst>
        </pc:spChg>
        <pc:spChg chg="mod">
          <ac:chgData name="Hsia, Cheehong" userId="6bc27941-0d5a-4c11-8dfb-8bbe9da0911b" providerId="ADAL" clId="{5BE5096F-7F8C-496A-A13C-FF7D0CA7A6B4}" dt="2024-02-14T15:19:14.972" v="1045" actId="2711"/>
          <ac:spMkLst>
            <pc:docMk/>
            <pc:sldMk cId="1492287320" sldId="275"/>
            <ac:spMk id="4" creationId="{AA1D8D56-7997-9149-E3C2-4243BC163909}"/>
          </ac:spMkLst>
        </pc:spChg>
        <pc:spChg chg="add mod">
          <ac:chgData name="Hsia, Cheehong" userId="6bc27941-0d5a-4c11-8dfb-8bbe9da0911b" providerId="ADAL" clId="{5BE5096F-7F8C-496A-A13C-FF7D0CA7A6B4}" dt="2024-02-03T15:43:49.397" v="820" actId="20577"/>
          <ac:spMkLst>
            <pc:docMk/>
            <pc:sldMk cId="1492287320" sldId="275"/>
            <ac:spMk id="6" creationId="{E465B4E2-6EB9-48B1-02D0-538A233218DB}"/>
          </ac:spMkLst>
        </pc:spChg>
      </pc:sldChg>
      <pc:sldChg chg="addSp modSp del">
        <pc:chgData name="Hsia, Cheehong" userId="6bc27941-0d5a-4c11-8dfb-8bbe9da0911b" providerId="ADAL" clId="{5BE5096F-7F8C-496A-A13C-FF7D0CA7A6B4}" dt="2024-02-14T15:19:24.465" v="1047" actId="47"/>
        <pc:sldMkLst>
          <pc:docMk/>
          <pc:sldMk cId="1970583200" sldId="276"/>
        </pc:sldMkLst>
        <pc:spChg chg="add mod">
          <ac:chgData name="Hsia, Cheehong" userId="6bc27941-0d5a-4c11-8dfb-8bbe9da0911b" providerId="ADAL" clId="{5BE5096F-7F8C-496A-A13C-FF7D0CA7A6B4}" dt="2024-02-03T15:43:55.173" v="821"/>
          <ac:spMkLst>
            <pc:docMk/>
            <pc:sldMk cId="1970583200" sldId="276"/>
            <ac:spMk id="6" creationId="{BDFF8CC1-719D-8EFA-797B-7194698D8FA9}"/>
          </ac:spMkLst>
        </pc:spChg>
      </pc:sldChg>
      <pc:sldChg chg="addSp modSp mod">
        <pc:chgData name="Hsia, Cheehong" userId="6bc27941-0d5a-4c11-8dfb-8bbe9da0911b" providerId="ADAL" clId="{5BE5096F-7F8C-496A-A13C-FF7D0CA7A6B4}" dt="2024-02-14T15:19:55.972" v="1056" actId="20577"/>
        <pc:sldMkLst>
          <pc:docMk/>
          <pc:sldMk cId="161617201" sldId="278"/>
        </pc:sldMkLst>
        <pc:spChg chg="mod">
          <ac:chgData name="Hsia, Cheehong" userId="6bc27941-0d5a-4c11-8dfb-8bbe9da0911b" providerId="ADAL" clId="{5BE5096F-7F8C-496A-A13C-FF7D0CA7A6B4}" dt="2024-02-14T15:19:36.821" v="1051" actId="255"/>
          <ac:spMkLst>
            <pc:docMk/>
            <pc:sldMk cId="161617201" sldId="278"/>
            <ac:spMk id="2" creationId="{509F87C3-07A1-0EDC-D899-CD15F645C37F}"/>
          </ac:spMkLst>
        </pc:spChg>
        <pc:spChg chg="mod">
          <ac:chgData name="Hsia, Cheehong" userId="6bc27941-0d5a-4c11-8dfb-8bbe9da0911b" providerId="ADAL" clId="{5BE5096F-7F8C-496A-A13C-FF7D0CA7A6B4}" dt="2024-02-14T15:19:55.972" v="1056" actId="20577"/>
          <ac:spMkLst>
            <pc:docMk/>
            <pc:sldMk cId="161617201" sldId="278"/>
            <ac:spMk id="4" creationId="{AA1D8D56-7997-9149-E3C2-4243BC163909}"/>
          </ac:spMkLst>
        </pc:spChg>
        <pc:spChg chg="add mod">
          <ac:chgData name="Hsia, Cheehong" userId="6bc27941-0d5a-4c11-8dfb-8bbe9da0911b" providerId="ADAL" clId="{5BE5096F-7F8C-496A-A13C-FF7D0CA7A6B4}" dt="2024-02-03T15:44:05.210" v="823" actId="20577"/>
          <ac:spMkLst>
            <pc:docMk/>
            <pc:sldMk cId="161617201" sldId="278"/>
            <ac:spMk id="6" creationId="{D10F6304-FA83-2181-CF93-41489AC119C9}"/>
          </ac:spMkLst>
        </pc:spChg>
      </pc:sldChg>
      <pc:sldChg chg="addSp modSp del">
        <pc:chgData name="Hsia, Cheehong" userId="6bc27941-0d5a-4c11-8dfb-8bbe9da0911b" providerId="ADAL" clId="{5BE5096F-7F8C-496A-A13C-FF7D0CA7A6B4}" dt="2024-02-14T15:20:01.083" v="1057" actId="47"/>
        <pc:sldMkLst>
          <pc:docMk/>
          <pc:sldMk cId="596055484" sldId="279"/>
        </pc:sldMkLst>
        <pc:spChg chg="add mod">
          <ac:chgData name="Hsia, Cheehong" userId="6bc27941-0d5a-4c11-8dfb-8bbe9da0911b" providerId="ADAL" clId="{5BE5096F-7F8C-496A-A13C-FF7D0CA7A6B4}" dt="2024-02-03T15:44:10.377" v="824"/>
          <ac:spMkLst>
            <pc:docMk/>
            <pc:sldMk cId="596055484" sldId="279"/>
            <ac:spMk id="6" creationId="{0AC00613-D4A6-7303-7DBE-D611CDB22F95}"/>
          </ac:spMkLst>
        </pc:spChg>
      </pc:sldChg>
      <pc:sldChg chg="addSp modSp mod">
        <pc:chgData name="Hsia, Cheehong" userId="6bc27941-0d5a-4c11-8dfb-8bbe9da0911b" providerId="ADAL" clId="{5BE5096F-7F8C-496A-A13C-FF7D0CA7A6B4}" dt="2024-02-14T15:20:23.544" v="1064" actId="255"/>
        <pc:sldMkLst>
          <pc:docMk/>
          <pc:sldMk cId="2564199674" sldId="280"/>
        </pc:sldMkLst>
        <pc:spChg chg="mod">
          <ac:chgData name="Hsia, Cheehong" userId="6bc27941-0d5a-4c11-8dfb-8bbe9da0911b" providerId="ADAL" clId="{5BE5096F-7F8C-496A-A13C-FF7D0CA7A6B4}" dt="2024-02-14T15:20:18.129" v="1062" actId="20577"/>
          <ac:spMkLst>
            <pc:docMk/>
            <pc:sldMk cId="2564199674" sldId="280"/>
            <ac:spMk id="2" creationId="{509F87C3-07A1-0EDC-D899-CD15F645C37F}"/>
          </ac:spMkLst>
        </pc:spChg>
        <pc:spChg chg="mod">
          <ac:chgData name="Hsia, Cheehong" userId="6bc27941-0d5a-4c11-8dfb-8bbe9da0911b" providerId="ADAL" clId="{5BE5096F-7F8C-496A-A13C-FF7D0CA7A6B4}" dt="2024-02-14T15:20:23.544" v="1064" actId="255"/>
          <ac:spMkLst>
            <pc:docMk/>
            <pc:sldMk cId="2564199674" sldId="280"/>
            <ac:spMk id="4" creationId="{AA1D8D56-7997-9149-E3C2-4243BC163909}"/>
          </ac:spMkLst>
        </pc:spChg>
        <pc:spChg chg="add mod">
          <ac:chgData name="Hsia, Cheehong" userId="6bc27941-0d5a-4c11-8dfb-8bbe9da0911b" providerId="ADAL" clId="{5BE5096F-7F8C-496A-A13C-FF7D0CA7A6B4}" dt="2024-02-03T15:44:25.731" v="826" actId="20577"/>
          <ac:spMkLst>
            <pc:docMk/>
            <pc:sldMk cId="2564199674" sldId="280"/>
            <ac:spMk id="6" creationId="{ED5B7504-6185-5EDE-5BF5-A64E95E63231}"/>
          </ac:spMkLst>
        </pc:spChg>
      </pc:sldChg>
      <pc:sldChg chg="addSp modSp del">
        <pc:chgData name="Hsia, Cheehong" userId="6bc27941-0d5a-4c11-8dfb-8bbe9da0911b" providerId="ADAL" clId="{5BE5096F-7F8C-496A-A13C-FF7D0CA7A6B4}" dt="2024-02-14T15:20:28.551" v="1065" actId="47"/>
        <pc:sldMkLst>
          <pc:docMk/>
          <pc:sldMk cId="3282675112" sldId="281"/>
        </pc:sldMkLst>
        <pc:spChg chg="add mod">
          <ac:chgData name="Hsia, Cheehong" userId="6bc27941-0d5a-4c11-8dfb-8bbe9da0911b" providerId="ADAL" clId="{5BE5096F-7F8C-496A-A13C-FF7D0CA7A6B4}" dt="2024-02-03T15:44:29.892" v="827"/>
          <ac:spMkLst>
            <pc:docMk/>
            <pc:sldMk cId="3282675112" sldId="281"/>
            <ac:spMk id="6" creationId="{E0EF5841-980D-CFB1-9AE2-83ECCF432CE6}"/>
          </ac:spMkLst>
        </pc:spChg>
      </pc:sldChg>
      <pc:sldChg chg="addSp delSp modSp mod">
        <pc:chgData name="Hsia, Cheehong" userId="6bc27941-0d5a-4c11-8dfb-8bbe9da0911b" providerId="ADAL" clId="{5BE5096F-7F8C-496A-A13C-FF7D0CA7A6B4}" dt="2024-01-31T21:13:48.350" v="509" actId="478"/>
        <pc:sldMkLst>
          <pc:docMk/>
          <pc:sldMk cId="549474227" sldId="282"/>
        </pc:sldMkLst>
        <pc:spChg chg="mod">
          <ac:chgData name="Hsia, Cheehong" userId="6bc27941-0d5a-4c11-8dfb-8bbe9da0911b" providerId="ADAL" clId="{5BE5096F-7F8C-496A-A13C-FF7D0CA7A6B4}" dt="2024-01-31T20:37:45.430" v="503" actId="20577"/>
          <ac:spMkLst>
            <pc:docMk/>
            <pc:sldMk cId="549474227" sldId="282"/>
            <ac:spMk id="2" creationId="{872F3AF6-CEEF-98CB-D79F-FF6556218B94}"/>
          </ac:spMkLst>
        </pc:spChg>
        <pc:spChg chg="add del mod">
          <ac:chgData name="Hsia, Cheehong" userId="6bc27941-0d5a-4c11-8dfb-8bbe9da0911b" providerId="ADAL" clId="{5BE5096F-7F8C-496A-A13C-FF7D0CA7A6B4}" dt="2024-01-31T21:13:48.350" v="509" actId="478"/>
          <ac:spMkLst>
            <pc:docMk/>
            <pc:sldMk cId="549474227" sldId="282"/>
            <ac:spMk id="3" creationId="{37449F76-8760-5AF1-EAE8-B1E7761C3B2B}"/>
          </ac:spMkLst>
        </pc:spChg>
        <pc:spChg chg="add del mod">
          <ac:chgData name="Hsia, Cheehong" userId="6bc27941-0d5a-4c11-8dfb-8bbe9da0911b" providerId="ADAL" clId="{5BE5096F-7F8C-496A-A13C-FF7D0CA7A6B4}" dt="2024-01-31T21:13:48.350" v="509" actId="478"/>
          <ac:spMkLst>
            <pc:docMk/>
            <pc:sldMk cId="549474227" sldId="282"/>
            <ac:spMk id="5" creationId="{481951E7-1189-0C16-C5BF-CFD53DE129D9}"/>
          </ac:spMkLst>
        </pc:spChg>
        <pc:spChg chg="add del mod">
          <ac:chgData name="Hsia, Cheehong" userId="6bc27941-0d5a-4c11-8dfb-8bbe9da0911b" providerId="ADAL" clId="{5BE5096F-7F8C-496A-A13C-FF7D0CA7A6B4}" dt="2024-01-31T21:13:48.350" v="509" actId="478"/>
          <ac:spMkLst>
            <pc:docMk/>
            <pc:sldMk cId="549474227" sldId="282"/>
            <ac:spMk id="6" creationId="{3BDEE8AB-C61C-6499-BDA3-FDBFB7853AE6}"/>
          </ac:spMkLst>
        </pc:spChg>
        <pc:spChg chg="add del mod">
          <ac:chgData name="Hsia, Cheehong" userId="6bc27941-0d5a-4c11-8dfb-8bbe9da0911b" providerId="ADAL" clId="{5BE5096F-7F8C-496A-A13C-FF7D0CA7A6B4}" dt="2024-01-31T21:13:48.350" v="509" actId="478"/>
          <ac:spMkLst>
            <pc:docMk/>
            <pc:sldMk cId="549474227" sldId="282"/>
            <ac:spMk id="9" creationId="{41FD758B-690B-ABBC-1F08-E6010347C535}"/>
          </ac:spMkLst>
        </pc:spChg>
        <pc:spChg chg="add del mod">
          <ac:chgData name="Hsia, Cheehong" userId="6bc27941-0d5a-4c11-8dfb-8bbe9da0911b" providerId="ADAL" clId="{5BE5096F-7F8C-496A-A13C-FF7D0CA7A6B4}" dt="2024-01-31T20:38:03.549" v="506"/>
          <ac:spMkLst>
            <pc:docMk/>
            <pc:sldMk cId="549474227" sldId="282"/>
            <ac:spMk id="10" creationId="{39CF961F-531C-B797-B818-D251B0F85530}"/>
          </ac:spMkLst>
        </pc:spChg>
        <pc:spChg chg="add del mod">
          <ac:chgData name="Hsia, Cheehong" userId="6bc27941-0d5a-4c11-8dfb-8bbe9da0911b" providerId="ADAL" clId="{5BE5096F-7F8C-496A-A13C-FF7D0CA7A6B4}" dt="2024-01-31T20:38:03.549" v="506"/>
          <ac:spMkLst>
            <pc:docMk/>
            <pc:sldMk cId="549474227" sldId="282"/>
            <ac:spMk id="12" creationId="{5A565BD0-850D-6672-D2A3-939F6662C3CC}"/>
          </ac:spMkLst>
        </pc:spChg>
        <pc:spChg chg="add del mod">
          <ac:chgData name="Hsia, Cheehong" userId="6bc27941-0d5a-4c11-8dfb-8bbe9da0911b" providerId="ADAL" clId="{5BE5096F-7F8C-496A-A13C-FF7D0CA7A6B4}" dt="2024-01-31T20:38:03.549" v="506"/>
          <ac:spMkLst>
            <pc:docMk/>
            <pc:sldMk cId="549474227" sldId="282"/>
            <ac:spMk id="13" creationId="{67D3C59B-68A7-5DE2-6B8C-A3E9DB226D3B}"/>
          </ac:spMkLst>
        </pc:spChg>
        <pc:spChg chg="add del mod">
          <ac:chgData name="Hsia, Cheehong" userId="6bc27941-0d5a-4c11-8dfb-8bbe9da0911b" providerId="ADAL" clId="{5BE5096F-7F8C-496A-A13C-FF7D0CA7A6B4}" dt="2024-01-31T20:38:03.549" v="506"/>
          <ac:spMkLst>
            <pc:docMk/>
            <pc:sldMk cId="549474227" sldId="282"/>
            <ac:spMk id="16" creationId="{8BC53DF5-5A59-A11C-126B-ABB4D13D3BC9}"/>
          </ac:spMkLst>
        </pc:spChg>
        <pc:picChg chg="add del mod">
          <ac:chgData name="Hsia, Cheehong" userId="6bc27941-0d5a-4c11-8dfb-8bbe9da0911b" providerId="ADAL" clId="{5BE5096F-7F8C-496A-A13C-FF7D0CA7A6B4}" dt="2024-01-31T21:13:48.350" v="509" actId="478"/>
          <ac:picMkLst>
            <pc:docMk/>
            <pc:sldMk cId="549474227" sldId="282"/>
            <ac:picMk id="4" creationId="{03695AFC-5D0E-D2C1-F151-E17857BFB10A}"/>
          </ac:picMkLst>
        </pc:picChg>
        <pc:picChg chg="add del mod">
          <ac:chgData name="Hsia, Cheehong" userId="6bc27941-0d5a-4c11-8dfb-8bbe9da0911b" providerId="ADAL" clId="{5BE5096F-7F8C-496A-A13C-FF7D0CA7A6B4}" dt="2024-01-31T21:13:48.350" v="509" actId="478"/>
          <ac:picMkLst>
            <pc:docMk/>
            <pc:sldMk cId="549474227" sldId="282"/>
            <ac:picMk id="7" creationId="{7C3660FD-7792-B8F0-9978-E555CEEFF0A9}"/>
          </ac:picMkLst>
        </pc:picChg>
        <pc:picChg chg="add del mod">
          <ac:chgData name="Hsia, Cheehong" userId="6bc27941-0d5a-4c11-8dfb-8bbe9da0911b" providerId="ADAL" clId="{5BE5096F-7F8C-496A-A13C-FF7D0CA7A6B4}" dt="2024-01-31T21:13:48.350" v="509" actId="478"/>
          <ac:picMkLst>
            <pc:docMk/>
            <pc:sldMk cId="549474227" sldId="282"/>
            <ac:picMk id="8" creationId="{688B6979-80C9-4816-C9DB-1ACBC999DCB1}"/>
          </ac:picMkLst>
        </pc:picChg>
        <pc:picChg chg="add del mod">
          <ac:chgData name="Hsia, Cheehong" userId="6bc27941-0d5a-4c11-8dfb-8bbe9da0911b" providerId="ADAL" clId="{5BE5096F-7F8C-496A-A13C-FF7D0CA7A6B4}" dt="2024-01-31T20:38:03.549" v="506"/>
          <ac:picMkLst>
            <pc:docMk/>
            <pc:sldMk cId="549474227" sldId="282"/>
            <ac:picMk id="11" creationId="{6355CB42-C098-2738-DF62-7AAAF0D57185}"/>
          </ac:picMkLst>
        </pc:picChg>
        <pc:picChg chg="add del mod">
          <ac:chgData name="Hsia, Cheehong" userId="6bc27941-0d5a-4c11-8dfb-8bbe9da0911b" providerId="ADAL" clId="{5BE5096F-7F8C-496A-A13C-FF7D0CA7A6B4}" dt="2024-01-31T20:38:03.549" v="506"/>
          <ac:picMkLst>
            <pc:docMk/>
            <pc:sldMk cId="549474227" sldId="282"/>
            <ac:picMk id="14" creationId="{0013E52E-21E6-54E4-62F6-9D0D0FA4BD29}"/>
          </ac:picMkLst>
        </pc:picChg>
        <pc:picChg chg="add del mod">
          <ac:chgData name="Hsia, Cheehong" userId="6bc27941-0d5a-4c11-8dfb-8bbe9da0911b" providerId="ADAL" clId="{5BE5096F-7F8C-496A-A13C-FF7D0CA7A6B4}" dt="2024-01-31T20:38:03.549" v="506"/>
          <ac:picMkLst>
            <pc:docMk/>
            <pc:sldMk cId="549474227" sldId="282"/>
            <ac:picMk id="15" creationId="{B81EF33C-4FA8-BD7E-AA95-CD8825746368}"/>
          </ac:picMkLst>
        </pc:picChg>
      </pc:sldChg>
      <pc:sldChg chg="addSp modSp mod">
        <pc:chgData name="Hsia, Cheehong" userId="6bc27941-0d5a-4c11-8dfb-8bbe9da0911b" providerId="ADAL" clId="{5BE5096F-7F8C-496A-A13C-FF7D0CA7A6B4}" dt="2024-02-14T15:21:01.204" v="1076" actId="255"/>
        <pc:sldMkLst>
          <pc:docMk/>
          <pc:sldMk cId="1962898729" sldId="283"/>
        </pc:sldMkLst>
        <pc:spChg chg="mod">
          <ac:chgData name="Hsia, Cheehong" userId="6bc27941-0d5a-4c11-8dfb-8bbe9da0911b" providerId="ADAL" clId="{5BE5096F-7F8C-496A-A13C-FF7D0CA7A6B4}" dt="2024-02-14T15:20:54.979" v="1074" actId="20577"/>
          <ac:spMkLst>
            <pc:docMk/>
            <pc:sldMk cId="1962898729" sldId="283"/>
            <ac:spMk id="2" creationId="{66890E70-EDB5-4D8C-2B4F-029FA9E51D4E}"/>
          </ac:spMkLst>
        </pc:spChg>
        <pc:spChg chg="mod">
          <ac:chgData name="Hsia, Cheehong" userId="6bc27941-0d5a-4c11-8dfb-8bbe9da0911b" providerId="ADAL" clId="{5BE5096F-7F8C-496A-A13C-FF7D0CA7A6B4}" dt="2024-02-14T15:21:01.204" v="1076" actId="255"/>
          <ac:spMkLst>
            <pc:docMk/>
            <pc:sldMk cId="1962898729" sldId="283"/>
            <ac:spMk id="4" creationId="{F978620C-B722-98CC-0FA2-E22F5047512F}"/>
          </ac:spMkLst>
        </pc:spChg>
        <pc:spChg chg="add mod">
          <ac:chgData name="Hsia, Cheehong" userId="6bc27941-0d5a-4c11-8dfb-8bbe9da0911b" providerId="ADAL" clId="{5BE5096F-7F8C-496A-A13C-FF7D0CA7A6B4}" dt="2024-02-03T15:46:47.779" v="829" actId="20577"/>
          <ac:spMkLst>
            <pc:docMk/>
            <pc:sldMk cId="1962898729" sldId="283"/>
            <ac:spMk id="6" creationId="{0053F6A2-9CE5-1161-4CE8-79A7313E43CB}"/>
          </ac:spMkLst>
        </pc:spChg>
      </pc:sldChg>
      <pc:sldChg chg="addSp modSp del">
        <pc:chgData name="Hsia, Cheehong" userId="6bc27941-0d5a-4c11-8dfb-8bbe9da0911b" providerId="ADAL" clId="{5BE5096F-7F8C-496A-A13C-FF7D0CA7A6B4}" dt="2024-02-14T15:21:05.503" v="1077" actId="47"/>
        <pc:sldMkLst>
          <pc:docMk/>
          <pc:sldMk cId="1386201035" sldId="285"/>
        </pc:sldMkLst>
        <pc:spChg chg="add mod">
          <ac:chgData name="Hsia, Cheehong" userId="6bc27941-0d5a-4c11-8dfb-8bbe9da0911b" providerId="ADAL" clId="{5BE5096F-7F8C-496A-A13C-FF7D0CA7A6B4}" dt="2024-02-03T15:46:52.802" v="830"/>
          <ac:spMkLst>
            <pc:docMk/>
            <pc:sldMk cId="1386201035" sldId="285"/>
            <ac:spMk id="6" creationId="{1B178722-AB77-ADD4-F984-1FEF568FB3FF}"/>
          </ac:spMkLst>
        </pc:spChg>
      </pc:sldChg>
      <pc:sldChg chg="addSp modSp mod">
        <pc:chgData name="Hsia, Cheehong" userId="6bc27941-0d5a-4c11-8dfb-8bbe9da0911b" providerId="ADAL" clId="{5BE5096F-7F8C-496A-A13C-FF7D0CA7A6B4}" dt="2024-02-14T15:21:33.516" v="1087" actId="20577"/>
        <pc:sldMkLst>
          <pc:docMk/>
          <pc:sldMk cId="3741328940" sldId="286"/>
        </pc:sldMkLst>
        <pc:spChg chg="mod">
          <ac:chgData name="Hsia, Cheehong" userId="6bc27941-0d5a-4c11-8dfb-8bbe9da0911b" providerId="ADAL" clId="{5BE5096F-7F8C-496A-A13C-FF7D0CA7A6B4}" dt="2024-02-14T15:21:23.173" v="1084" actId="20577"/>
          <ac:spMkLst>
            <pc:docMk/>
            <pc:sldMk cId="3741328940" sldId="286"/>
            <ac:spMk id="2" creationId="{66890E70-EDB5-4D8C-2B4F-029FA9E51D4E}"/>
          </ac:spMkLst>
        </pc:spChg>
        <pc:spChg chg="mod">
          <ac:chgData name="Hsia, Cheehong" userId="6bc27941-0d5a-4c11-8dfb-8bbe9da0911b" providerId="ADAL" clId="{5BE5096F-7F8C-496A-A13C-FF7D0CA7A6B4}" dt="2024-02-14T15:21:33.516" v="1087" actId="20577"/>
          <ac:spMkLst>
            <pc:docMk/>
            <pc:sldMk cId="3741328940" sldId="286"/>
            <ac:spMk id="4" creationId="{F978620C-B722-98CC-0FA2-E22F5047512F}"/>
          </ac:spMkLst>
        </pc:spChg>
        <pc:spChg chg="add mod">
          <ac:chgData name="Hsia, Cheehong" userId="6bc27941-0d5a-4c11-8dfb-8bbe9da0911b" providerId="ADAL" clId="{5BE5096F-7F8C-496A-A13C-FF7D0CA7A6B4}" dt="2024-02-03T15:47:01.223" v="832" actId="20577"/>
          <ac:spMkLst>
            <pc:docMk/>
            <pc:sldMk cId="3741328940" sldId="286"/>
            <ac:spMk id="6" creationId="{785CE489-A858-784D-5923-57B8923E5C1C}"/>
          </ac:spMkLst>
        </pc:spChg>
      </pc:sldChg>
      <pc:sldChg chg="addSp modSp del">
        <pc:chgData name="Hsia, Cheehong" userId="6bc27941-0d5a-4c11-8dfb-8bbe9da0911b" providerId="ADAL" clId="{5BE5096F-7F8C-496A-A13C-FF7D0CA7A6B4}" dt="2024-02-14T15:21:38.274" v="1088" actId="47"/>
        <pc:sldMkLst>
          <pc:docMk/>
          <pc:sldMk cId="3471392720" sldId="287"/>
        </pc:sldMkLst>
        <pc:spChg chg="add mod">
          <ac:chgData name="Hsia, Cheehong" userId="6bc27941-0d5a-4c11-8dfb-8bbe9da0911b" providerId="ADAL" clId="{5BE5096F-7F8C-496A-A13C-FF7D0CA7A6B4}" dt="2024-02-03T15:47:04.644" v="833"/>
          <ac:spMkLst>
            <pc:docMk/>
            <pc:sldMk cId="3471392720" sldId="287"/>
            <ac:spMk id="6" creationId="{C86B6B4E-62E9-7F97-892C-CC962139E3F7}"/>
          </ac:spMkLst>
        </pc:spChg>
      </pc:sldChg>
      <pc:sldChg chg="addSp modSp mod">
        <pc:chgData name="Hsia, Cheehong" userId="6bc27941-0d5a-4c11-8dfb-8bbe9da0911b" providerId="ADAL" clId="{5BE5096F-7F8C-496A-A13C-FF7D0CA7A6B4}" dt="2024-02-14T15:49:33.585" v="1633" actId="20577"/>
        <pc:sldMkLst>
          <pc:docMk/>
          <pc:sldMk cId="3337217698" sldId="288"/>
        </pc:sldMkLst>
        <pc:spChg chg="mod">
          <ac:chgData name="Hsia, Cheehong" userId="6bc27941-0d5a-4c11-8dfb-8bbe9da0911b" providerId="ADAL" clId="{5BE5096F-7F8C-496A-A13C-FF7D0CA7A6B4}" dt="2024-02-14T15:49:33.585" v="1633" actId="20577"/>
          <ac:spMkLst>
            <pc:docMk/>
            <pc:sldMk cId="3337217698" sldId="288"/>
            <ac:spMk id="2" creationId="{66890E70-EDB5-4D8C-2B4F-029FA9E51D4E}"/>
          </ac:spMkLst>
        </pc:spChg>
        <pc:spChg chg="mod">
          <ac:chgData name="Hsia, Cheehong" userId="6bc27941-0d5a-4c11-8dfb-8bbe9da0911b" providerId="ADAL" clId="{5BE5096F-7F8C-496A-A13C-FF7D0CA7A6B4}" dt="2024-02-14T15:22:03.481" v="1095" actId="20577"/>
          <ac:spMkLst>
            <pc:docMk/>
            <pc:sldMk cId="3337217698" sldId="288"/>
            <ac:spMk id="4" creationId="{F978620C-B722-98CC-0FA2-E22F5047512F}"/>
          </ac:spMkLst>
        </pc:spChg>
        <pc:spChg chg="add mod">
          <ac:chgData name="Hsia, Cheehong" userId="6bc27941-0d5a-4c11-8dfb-8bbe9da0911b" providerId="ADAL" clId="{5BE5096F-7F8C-496A-A13C-FF7D0CA7A6B4}" dt="2024-02-03T15:47:10.059" v="835" actId="20577"/>
          <ac:spMkLst>
            <pc:docMk/>
            <pc:sldMk cId="3337217698" sldId="288"/>
            <ac:spMk id="6" creationId="{BA244130-E98C-1723-C038-309240C3E6ED}"/>
          </ac:spMkLst>
        </pc:spChg>
      </pc:sldChg>
      <pc:sldChg chg="addSp modSp del">
        <pc:chgData name="Hsia, Cheehong" userId="6bc27941-0d5a-4c11-8dfb-8bbe9da0911b" providerId="ADAL" clId="{5BE5096F-7F8C-496A-A13C-FF7D0CA7A6B4}" dt="2024-02-14T15:22:08.970" v="1096" actId="47"/>
        <pc:sldMkLst>
          <pc:docMk/>
          <pc:sldMk cId="1734131973" sldId="289"/>
        </pc:sldMkLst>
        <pc:spChg chg="add mod">
          <ac:chgData name="Hsia, Cheehong" userId="6bc27941-0d5a-4c11-8dfb-8bbe9da0911b" providerId="ADAL" clId="{5BE5096F-7F8C-496A-A13C-FF7D0CA7A6B4}" dt="2024-02-03T15:47:12.570" v="836"/>
          <ac:spMkLst>
            <pc:docMk/>
            <pc:sldMk cId="1734131973" sldId="289"/>
            <ac:spMk id="6" creationId="{D04BA9A7-079E-1C5C-4768-57AF3A15C8BD}"/>
          </ac:spMkLst>
        </pc:spChg>
      </pc:sldChg>
      <pc:sldChg chg="addSp modSp mod">
        <pc:chgData name="Hsia, Cheehong" userId="6bc27941-0d5a-4c11-8dfb-8bbe9da0911b" providerId="ADAL" clId="{5BE5096F-7F8C-496A-A13C-FF7D0CA7A6B4}" dt="2024-02-14T15:22:38.841" v="1103" actId="20577"/>
        <pc:sldMkLst>
          <pc:docMk/>
          <pc:sldMk cId="539056256" sldId="290"/>
        </pc:sldMkLst>
        <pc:spChg chg="mod">
          <ac:chgData name="Hsia, Cheehong" userId="6bc27941-0d5a-4c11-8dfb-8bbe9da0911b" providerId="ADAL" clId="{5BE5096F-7F8C-496A-A13C-FF7D0CA7A6B4}" dt="2024-02-14T15:22:25.294" v="1100" actId="255"/>
          <ac:spMkLst>
            <pc:docMk/>
            <pc:sldMk cId="539056256" sldId="290"/>
            <ac:spMk id="2" creationId="{66890E70-EDB5-4D8C-2B4F-029FA9E51D4E}"/>
          </ac:spMkLst>
        </pc:spChg>
        <pc:spChg chg="mod">
          <ac:chgData name="Hsia, Cheehong" userId="6bc27941-0d5a-4c11-8dfb-8bbe9da0911b" providerId="ADAL" clId="{5BE5096F-7F8C-496A-A13C-FF7D0CA7A6B4}" dt="2024-02-14T15:22:38.841" v="1103" actId="20577"/>
          <ac:spMkLst>
            <pc:docMk/>
            <pc:sldMk cId="539056256" sldId="290"/>
            <ac:spMk id="4" creationId="{F978620C-B722-98CC-0FA2-E22F5047512F}"/>
          </ac:spMkLst>
        </pc:spChg>
        <pc:spChg chg="add mod">
          <ac:chgData name="Hsia, Cheehong" userId="6bc27941-0d5a-4c11-8dfb-8bbe9da0911b" providerId="ADAL" clId="{5BE5096F-7F8C-496A-A13C-FF7D0CA7A6B4}" dt="2024-02-03T15:47:20.656" v="839" actId="20577"/>
          <ac:spMkLst>
            <pc:docMk/>
            <pc:sldMk cId="539056256" sldId="290"/>
            <ac:spMk id="6" creationId="{14273908-59D9-940C-9E72-950C9177D7BD}"/>
          </ac:spMkLst>
        </pc:spChg>
      </pc:sldChg>
      <pc:sldChg chg="addSp modSp del">
        <pc:chgData name="Hsia, Cheehong" userId="6bc27941-0d5a-4c11-8dfb-8bbe9da0911b" providerId="ADAL" clId="{5BE5096F-7F8C-496A-A13C-FF7D0CA7A6B4}" dt="2024-02-14T15:22:44.977" v="1105" actId="47"/>
        <pc:sldMkLst>
          <pc:docMk/>
          <pc:sldMk cId="1292218336" sldId="291"/>
        </pc:sldMkLst>
        <pc:spChg chg="add mod">
          <ac:chgData name="Hsia, Cheehong" userId="6bc27941-0d5a-4c11-8dfb-8bbe9da0911b" providerId="ADAL" clId="{5BE5096F-7F8C-496A-A13C-FF7D0CA7A6B4}" dt="2024-02-03T15:47:23.609" v="840"/>
          <ac:spMkLst>
            <pc:docMk/>
            <pc:sldMk cId="1292218336" sldId="291"/>
            <ac:spMk id="6" creationId="{82E8965E-D376-8AAF-2C21-7244AA581A2A}"/>
          </ac:spMkLst>
        </pc:spChg>
      </pc:sldChg>
      <pc:sldChg chg="addSp modSp mod">
        <pc:chgData name="Hsia, Cheehong" userId="6bc27941-0d5a-4c11-8dfb-8bbe9da0911b" providerId="ADAL" clId="{5BE5096F-7F8C-496A-A13C-FF7D0CA7A6B4}" dt="2024-02-14T15:23:01.262" v="1110" actId="255"/>
        <pc:sldMkLst>
          <pc:docMk/>
          <pc:sldMk cId="2261043360" sldId="292"/>
        </pc:sldMkLst>
        <pc:spChg chg="mod">
          <ac:chgData name="Hsia, Cheehong" userId="6bc27941-0d5a-4c11-8dfb-8bbe9da0911b" providerId="ADAL" clId="{5BE5096F-7F8C-496A-A13C-FF7D0CA7A6B4}" dt="2024-02-14T15:22:55.702" v="1108" actId="255"/>
          <ac:spMkLst>
            <pc:docMk/>
            <pc:sldMk cId="2261043360" sldId="292"/>
            <ac:spMk id="2" creationId="{66890E70-EDB5-4D8C-2B4F-029FA9E51D4E}"/>
          </ac:spMkLst>
        </pc:spChg>
        <pc:spChg chg="mod">
          <ac:chgData name="Hsia, Cheehong" userId="6bc27941-0d5a-4c11-8dfb-8bbe9da0911b" providerId="ADAL" clId="{5BE5096F-7F8C-496A-A13C-FF7D0CA7A6B4}" dt="2024-02-14T15:23:01.262" v="1110" actId="255"/>
          <ac:spMkLst>
            <pc:docMk/>
            <pc:sldMk cId="2261043360" sldId="292"/>
            <ac:spMk id="4" creationId="{F978620C-B722-98CC-0FA2-E22F5047512F}"/>
          </ac:spMkLst>
        </pc:spChg>
        <pc:spChg chg="add mod">
          <ac:chgData name="Hsia, Cheehong" userId="6bc27941-0d5a-4c11-8dfb-8bbe9da0911b" providerId="ADAL" clId="{5BE5096F-7F8C-496A-A13C-FF7D0CA7A6B4}" dt="2024-02-03T15:47:34.543" v="842" actId="20577"/>
          <ac:spMkLst>
            <pc:docMk/>
            <pc:sldMk cId="2261043360" sldId="292"/>
            <ac:spMk id="6" creationId="{1206E5F5-5C4F-4016-C424-D33847996D39}"/>
          </ac:spMkLst>
        </pc:spChg>
      </pc:sldChg>
      <pc:sldChg chg="addSp modSp del">
        <pc:chgData name="Hsia, Cheehong" userId="6bc27941-0d5a-4c11-8dfb-8bbe9da0911b" providerId="ADAL" clId="{5BE5096F-7F8C-496A-A13C-FF7D0CA7A6B4}" dt="2024-02-14T15:23:07.102" v="1111" actId="47"/>
        <pc:sldMkLst>
          <pc:docMk/>
          <pc:sldMk cId="2951154706" sldId="293"/>
        </pc:sldMkLst>
        <pc:spChg chg="add mod">
          <ac:chgData name="Hsia, Cheehong" userId="6bc27941-0d5a-4c11-8dfb-8bbe9da0911b" providerId="ADAL" clId="{5BE5096F-7F8C-496A-A13C-FF7D0CA7A6B4}" dt="2024-02-03T15:47:40.382" v="843"/>
          <ac:spMkLst>
            <pc:docMk/>
            <pc:sldMk cId="2951154706" sldId="293"/>
            <ac:spMk id="6" creationId="{F9BCBE14-7BE1-AE3D-BCD7-F6EF173F845C}"/>
          </ac:spMkLst>
        </pc:spChg>
      </pc:sldChg>
      <pc:sldChg chg="addSp delSp modSp mod modClrScheme chgLayout">
        <pc:chgData name="Hsia, Cheehong" userId="6bc27941-0d5a-4c11-8dfb-8bbe9da0911b" providerId="ADAL" clId="{5BE5096F-7F8C-496A-A13C-FF7D0CA7A6B4}" dt="2024-02-15T16:32:07.383" v="1649" actId="700"/>
        <pc:sldMkLst>
          <pc:docMk/>
          <pc:sldMk cId="3048837189" sldId="294"/>
        </pc:sldMkLst>
        <pc:spChg chg="add del mod">
          <ac:chgData name="Hsia, Cheehong" userId="6bc27941-0d5a-4c11-8dfb-8bbe9da0911b" providerId="ADAL" clId="{5BE5096F-7F8C-496A-A13C-FF7D0CA7A6B4}" dt="2024-01-31T21:13:54" v="510" actId="478"/>
          <ac:spMkLst>
            <pc:docMk/>
            <pc:sldMk cId="3048837189" sldId="294"/>
            <ac:spMk id="2" creationId="{1A00D080-CC1E-BAB8-1587-B77E476294D0}"/>
          </ac:spMkLst>
        </pc:spChg>
        <pc:spChg chg="mod ord">
          <ac:chgData name="Hsia, Cheehong" userId="6bc27941-0d5a-4c11-8dfb-8bbe9da0911b" providerId="ADAL" clId="{5BE5096F-7F8C-496A-A13C-FF7D0CA7A6B4}" dt="2024-02-15T16:32:07.383" v="1649" actId="700"/>
          <ac:spMkLst>
            <pc:docMk/>
            <pc:sldMk cId="3048837189" sldId="294"/>
            <ac:spMk id="3" creationId="{442D48EB-34CA-6063-A815-3BD86233718E}"/>
          </ac:spMkLst>
        </pc:spChg>
        <pc:spChg chg="add del mod">
          <ac:chgData name="Hsia, Cheehong" userId="6bc27941-0d5a-4c11-8dfb-8bbe9da0911b" providerId="ADAL" clId="{5BE5096F-7F8C-496A-A13C-FF7D0CA7A6B4}" dt="2024-01-31T21:13:54" v="510" actId="478"/>
          <ac:spMkLst>
            <pc:docMk/>
            <pc:sldMk cId="3048837189" sldId="294"/>
            <ac:spMk id="5" creationId="{FFCA4508-D312-AFC2-D9F9-038A7866A2A5}"/>
          </ac:spMkLst>
        </pc:spChg>
        <pc:spChg chg="add del mod">
          <ac:chgData name="Hsia, Cheehong" userId="6bc27941-0d5a-4c11-8dfb-8bbe9da0911b" providerId="ADAL" clId="{5BE5096F-7F8C-496A-A13C-FF7D0CA7A6B4}" dt="2024-01-31T21:13:54" v="510" actId="478"/>
          <ac:spMkLst>
            <pc:docMk/>
            <pc:sldMk cId="3048837189" sldId="294"/>
            <ac:spMk id="6" creationId="{F7B4B9C9-867B-9B63-4DFF-CA800EA958E8}"/>
          </ac:spMkLst>
        </pc:spChg>
        <pc:spChg chg="add del mod">
          <ac:chgData name="Hsia, Cheehong" userId="6bc27941-0d5a-4c11-8dfb-8bbe9da0911b" providerId="ADAL" clId="{5BE5096F-7F8C-496A-A13C-FF7D0CA7A6B4}" dt="2024-01-31T21:13:54" v="510" actId="478"/>
          <ac:spMkLst>
            <pc:docMk/>
            <pc:sldMk cId="3048837189" sldId="294"/>
            <ac:spMk id="9" creationId="{106D4571-B5A7-CC15-C129-78250215DB2A}"/>
          </ac:spMkLst>
        </pc:spChg>
        <pc:picChg chg="add del mod">
          <ac:chgData name="Hsia, Cheehong" userId="6bc27941-0d5a-4c11-8dfb-8bbe9da0911b" providerId="ADAL" clId="{5BE5096F-7F8C-496A-A13C-FF7D0CA7A6B4}" dt="2024-01-31T21:13:54" v="510" actId="478"/>
          <ac:picMkLst>
            <pc:docMk/>
            <pc:sldMk cId="3048837189" sldId="294"/>
            <ac:picMk id="4" creationId="{8D10E645-2B35-4CCF-24AF-10A79AA89FE5}"/>
          </ac:picMkLst>
        </pc:picChg>
        <pc:picChg chg="add del mod">
          <ac:chgData name="Hsia, Cheehong" userId="6bc27941-0d5a-4c11-8dfb-8bbe9da0911b" providerId="ADAL" clId="{5BE5096F-7F8C-496A-A13C-FF7D0CA7A6B4}" dt="2024-01-31T21:13:54" v="510" actId="478"/>
          <ac:picMkLst>
            <pc:docMk/>
            <pc:sldMk cId="3048837189" sldId="294"/>
            <ac:picMk id="7" creationId="{6D685EA5-1850-D7B0-7390-AEA28C91E596}"/>
          </ac:picMkLst>
        </pc:picChg>
        <pc:picChg chg="add del mod">
          <ac:chgData name="Hsia, Cheehong" userId="6bc27941-0d5a-4c11-8dfb-8bbe9da0911b" providerId="ADAL" clId="{5BE5096F-7F8C-496A-A13C-FF7D0CA7A6B4}" dt="2024-01-31T21:13:54" v="510" actId="478"/>
          <ac:picMkLst>
            <pc:docMk/>
            <pc:sldMk cId="3048837189" sldId="294"/>
            <ac:picMk id="8" creationId="{3BA9019C-BD27-A5C0-CA5F-3ED178F403DE}"/>
          </ac:picMkLst>
        </pc:picChg>
      </pc:sldChg>
      <pc:sldChg chg="addSp modSp mod modClrScheme chgLayout">
        <pc:chgData name="Hsia, Cheehong" userId="6bc27941-0d5a-4c11-8dfb-8bbe9da0911b" providerId="ADAL" clId="{5BE5096F-7F8C-496A-A13C-FF7D0CA7A6B4}" dt="2024-02-15T16:32:41.808" v="1653" actId="207"/>
        <pc:sldMkLst>
          <pc:docMk/>
          <pc:sldMk cId="3190214858" sldId="296"/>
        </pc:sldMkLst>
        <pc:spChg chg="mod ord">
          <ac:chgData name="Hsia, Cheehong" userId="6bc27941-0d5a-4c11-8dfb-8bbe9da0911b" providerId="ADAL" clId="{5BE5096F-7F8C-496A-A13C-FF7D0CA7A6B4}" dt="2024-02-15T16:32:12.717" v="1650" actId="700"/>
          <ac:spMkLst>
            <pc:docMk/>
            <pc:sldMk cId="3190214858" sldId="296"/>
            <ac:spMk id="2" creationId="{AD90CEB0-783B-5FA4-1028-D4B692C5B2CE}"/>
          </ac:spMkLst>
        </pc:spChg>
        <pc:spChg chg="mod ord">
          <ac:chgData name="Hsia, Cheehong" userId="6bc27941-0d5a-4c11-8dfb-8bbe9da0911b" providerId="ADAL" clId="{5BE5096F-7F8C-496A-A13C-FF7D0CA7A6B4}" dt="2024-02-15T16:32:12.717" v="1650" actId="700"/>
          <ac:spMkLst>
            <pc:docMk/>
            <pc:sldMk cId="3190214858" sldId="296"/>
            <ac:spMk id="3" creationId="{11925C94-7DB2-3EEF-C390-EA8A563BE132}"/>
          </ac:spMkLst>
        </pc:spChg>
        <pc:spChg chg="mod ord">
          <ac:chgData name="Hsia, Cheehong" userId="6bc27941-0d5a-4c11-8dfb-8bbe9da0911b" providerId="ADAL" clId="{5BE5096F-7F8C-496A-A13C-FF7D0CA7A6B4}" dt="2024-02-15T16:32:12.717" v="1650" actId="700"/>
          <ac:spMkLst>
            <pc:docMk/>
            <pc:sldMk cId="3190214858" sldId="296"/>
            <ac:spMk id="4" creationId="{3859056E-FEDA-2D8C-90B8-7DB995ECB8A4}"/>
          </ac:spMkLst>
        </pc:spChg>
        <pc:spChg chg="mod ord">
          <ac:chgData name="Hsia, Cheehong" userId="6bc27941-0d5a-4c11-8dfb-8bbe9da0911b" providerId="ADAL" clId="{5BE5096F-7F8C-496A-A13C-FF7D0CA7A6B4}" dt="2024-02-15T16:32:12.717" v="1650" actId="700"/>
          <ac:spMkLst>
            <pc:docMk/>
            <pc:sldMk cId="3190214858" sldId="296"/>
            <ac:spMk id="5" creationId="{1D8E0DE9-59C5-51BC-C26E-CD16F2ECED89}"/>
          </ac:spMkLst>
        </pc:spChg>
        <pc:spChg chg="add mod">
          <ac:chgData name="Hsia, Cheehong" userId="6bc27941-0d5a-4c11-8dfb-8bbe9da0911b" providerId="ADAL" clId="{5BE5096F-7F8C-496A-A13C-FF7D0CA7A6B4}" dt="2024-02-15T16:32:41.808" v="1653" actId="207"/>
          <ac:spMkLst>
            <pc:docMk/>
            <pc:sldMk cId="3190214858" sldId="296"/>
            <ac:spMk id="6" creationId="{10226E01-C3C9-A7B1-D098-706D305EB80E}"/>
          </ac:spMkLst>
        </pc:spChg>
      </pc:sldChg>
      <pc:sldChg chg="addSp modSp del">
        <pc:chgData name="Hsia, Cheehong" userId="6bc27941-0d5a-4c11-8dfb-8bbe9da0911b" providerId="ADAL" clId="{5BE5096F-7F8C-496A-A13C-FF7D0CA7A6B4}" dt="2024-02-14T15:23:58.099" v="1122" actId="47"/>
        <pc:sldMkLst>
          <pc:docMk/>
          <pc:sldMk cId="826171372" sldId="297"/>
        </pc:sldMkLst>
        <pc:spChg chg="add mod">
          <ac:chgData name="Hsia, Cheehong" userId="6bc27941-0d5a-4c11-8dfb-8bbe9da0911b" providerId="ADAL" clId="{5BE5096F-7F8C-496A-A13C-FF7D0CA7A6B4}" dt="2024-02-03T15:48:35.964" v="846"/>
          <ac:spMkLst>
            <pc:docMk/>
            <pc:sldMk cId="826171372" sldId="297"/>
            <ac:spMk id="6" creationId="{E1192895-10ED-219A-5A7D-A9EC7BF9AB95}"/>
          </ac:spMkLst>
        </pc:spChg>
      </pc:sldChg>
      <pc:sldChg chg="addSp modSp mod modClrScheme chgLayout">
        <pc:chgData name="Hsia, Cheehong" userId="6bc27941-0d5a-4c11-8dfb-8bbe9da0911b" providerId="ADAL" clId="{5BE5096F-7F8C-496A-A13C-FF7D0CA7A6B4}" dt="2024-02-15T16:32:46.757" v="1654" actId="207"/>
        <pc:sldMkLst>
          <pc:docMk/>
          <pc:sldMk cId="2752436879" sldId="298"/>
        </pc:sldMkLst>
        <pc:spChg chg="mod ord">
          <ac:chgData name="Hsia, Cheehong" userId="6bc27941-0d5a-4c11-8dfb-8bbe9da0911b" providerId="ADAL" clId="{5BE5096F-7F8C-496A-A13C-FF7D0CA7A6B4}" dt="2024-02-15T16:32:20.828" v="1651" actId="700"/>
          <ac:spMkLst>
            <pc:docMk/>
            <pc:sldMk cId="2752436879" sldId="298"/>
            <ac:spMk id="2" creationId="{AD90CEB0-783B-5FA4-1028-D4B692C5B2CE}"/>
          </ac:spMkLst>
        </pc:spChg>
        <pc:spChg chg="mod ord">
          <ac:chgData name="Hsia, Cheehong" userId="6bc27941-0d5a-4c11-8dfb-8bbe9da0911b" providerId="ADAL" clId="{5BE5096F-7F8C-496A-A13C-FF7D0CA7A6B4}" dt="2024-02-15T16:32:20.828" v="1651" actId="700"/>
          <ac:spMkLst>
            <pc:docMk/>
            <pc:sldMk cId="2752436879" sldId="298"/>
            <ac:spMk id="3" creationId="{11925C94-7DB2-3EEF-C390-EA8A563BE132}"/>
          </ac:spMkLst>
        </pc:spChg>
        <pc:spChg chg="mod ord">
          <ac:chgData name="Hsia, Cheehong" userId="6bc27941-0d5a-4c11-8dfb-8bbe9da0911b" providerId="ADAL" clId="{5BE5096F-7F8C-496A-A13C-FF7D0CA7A6B4}" dt="2024-02-15T16:32:20.828" v="1651" actId="700"/>
          <ac:spMkLst>
            <pc:docMk/>
            <pc:sldMk cId="2752436879" sldId="298"/>
            <ac:spMk id="4" creationId="{3859056E-FEDA-2D8C-90B8-7DB995ECB8A4}"/>
          </ac:spMkLst>
        </pc:spChg>
        <pc:spChg chg="mod ord">
          <ac:chgData name="Hsia, Cheehong" userId="6bc27941-0d5a-4c11-8dfb-8bbe9da0911b" providerId="ADAL" clId="{5BE5096F-7F8C-496A-A13C-FF7D0CA7A6B4}" dt="2024-02-15T16:32:20.828" v="1651" actId="700"/>
          <ac:spMkLst>
            <pc:docMk/>
            <pc:sldMk cId="2752436879" sldId="298"/>
            <ac:spMk id="5" creationId="{1D8E0DE9-59C5-51BC-C26E-CD16F2ECED89}"/>
          </ac:spMkLst>
        </pc:spChg>
        <pc:spChg chg="add mod">
          <ac:chgData name="Hsia, Cheehong" userId="6bc27941-0d5a-4c11-8dfb-8bbe9da0911b" providerId="ADAL" clId="{5BE5096F-7F8C-496A-A13C-FF7D0CA7A6B4}" dt="2024-02-15T16:32:46.757" v="1654" actId="207"/>
          <ac:spMkLst>
            <pc:docMk/>
            <pc:sldMk cId="2752436879" sldId="298"/>
            <ac:spMk id="6" creationId="{F004852F-27A1-2D1A-7A2B-526B8399434B}"/>
          </ac:spMkLst>
        </pc:spChg>
      </pc:sldChg>
      <pc:sldChg chg="addSp modSp del">
        <pc:chgData name="Hsia, Cheehong" userId="6bc27941-0d5a-4c11-8dfb-8bbe9da0911b" providerId="ADAL" clId="{5BE5096F-7F8C-496A-A13C-FF7D0CA7A6B4}" dt="2024-02-14T15:24:27.336" v="1132" actId="47"/>
        <pc:sldMkLst>
          <pc:docMk/>
          <pc:sldMk cId="217489594" sldId="299"/>
        </pc:sldMkLst>
        <pc:spChg chg="add mod">
          <ac:chgData name="Hsia, Cheehong" userId="6bc27941-0d5a-4c11-8dfb-8bbe9da0911b" providerId="ADAL" clId="{5BE5096F-7F8C-496A-A13C-FF7D0CA7A6B4}" dt="2024-02-03T15:48:46.723" v="850"/>
          <ac:spMkLst>
            <pc:docMk/>
            <pc:sldMk cId="217489594" sldId="299"/>
            <ac:spMk id="6" creationId="{4AD64D31-6963-B999-2E9B-EEC0241A77B3}"/>
          </ac:spMkLst>
        </pc:spChg>
      </pc:sldChg>
      <pc:sldChg chg="addSp modSp mod modClrScheme chgLayout">
        <pc:chgData name="Hsia, Cheehong" userId="6bc27941-0d5a-4c11-8dfb-8bbe9da0911b" providerId="ADAL" clId="{5BE5096F-7F8C-496A-A13C-FF7D0CA7A6B4}" dt="2024-02-15T16:32:50.071" v="1655" actId="207"/>
        <pc:sldMkLst>
          <pc:docMk/>
          <pc:sldMk cId="2193924565" sldId="300"/>
        </pc:sldMkLst>
        <pc:spChg chg="mod ord">
          <ac:chgData name="Hsia, Cheehong" userId="6bc27941-0d5a-4c11-8dfb-8bbe9da0911b" providerId="ADAL" clId="{5BE5096F-7F8C-496A-A13C-FF7D0CA7A6B4}" dt="2024-02-15T16:32:20.828" v="1651" actId="700"/>
          <ac:spMkLst>
            <pc:docMk/>
            <pc:sldMk cId="2193924565" sldId="300"/>
            <ac:spMk id="2" creationId="{AD90CEB0-783B-5FA4-1028-D4B692C5B2CE}"/>
          </ac:spMkLst>
        </pc:spChg>
        <pc:spChg chg="mod ord">
          <ac:chgData name="Hsia, Cheehong" userId="6bc27941-0d5a-4c11-8dfb-8bbe9da0911b" providerId="ADAL" clId="{5BE5096F-7F8C-496A-A13C-FF7D0CA7A6B4}" dt="2024-02-15T16:32:20.828" v="1651" actId="700"/>
          <ac:spMkLst>
            <pc:docMk/>
            <pc:sldMk cId="2193924565" sldId="300"/>
            <ac:spMk id="3" creationId="{11925C94-7DB2-3EEF-C390-EA8A563BE132}"/>
          </ac:spMkLst>
        </pc:spChg>
        <pc:spChg chg="mod ord">
          <ac:chgData name="Hsia, Cheehong" userId="6bc27941-0d5a-4c11-8dfb-8bbe9da0911b" providerId="ADAL" clId="{5BE5096F-7F8C-496A-A13C-FF7D0CA7A6B4}" dt="2024-02-15T16:32:20.828" v="1651" actId="700"/>
          <ac:spMkLst>
            <pc:docMk/>
            <pc:sldMk cId="2193924565" sldId="300"/>
            <ac:spMk id="4" creationId="{3859056E-FEDA-2D8C-90B8-7DB995ECB8A4}"/>
          </ac:spMkLst>
        </pc:spChg>
        <pc:spChg chg="mod ord">
          <ac:chgData name="Hsia, Cheehong" userId="6bc27941-0d5a-4c11-8dfb-8bbe9da0911b" providerId="ADAL" clId="{5BE5096F-7F8C-496A-A13C-FF7D0CA7A6B4}" dt="2024-02-15T16:32:20.828" v="1651" actId="700"/>
          <ac:spMkLst>
            <pc:docMk/>
            <pc:sldMk cId="2193924565" sldId="300"/>
            <ac:spMk id="5" creationId="{1D8E0DE9-59C5-51BC-C26E-CD16F2ECED89}"/>
          </ac:spMkLst>
        </pc:spChg>
        <pc:spChg chg="add mod">
          <ac:chgData name="Hsia, Cheehong" userId="6bc27941-0d5a-4c11-8dfb-8bbe9da0911b" providerId="ADAL" clId="{5BE5096F-7F8C-496A-A13C-FF7D0CA7A6B4}" dt="2024-02-15T16:32:50.071" v="1655" actId="207"/>
          <ac:spMkLst>
            <pc:docMk/>
            <pc:sldMk cId="2193924565" sldId="300"/>
            <ac:spMk id="6" creationId="{BCB5172D-C8FC-D98E-87DD-C0822EAE47F0}"/>
          </ac:spMkLst>
        </pc:spChg>
      </pc:sldChg>
      <pc:sldChg chg="addSp modSp del">
        <pc:chgData name="Hsia, Cheehong" userId="6bc27941-0d5a-4c11-8dfb-8bbe9da0911b" providerId="ADAL" clId="{5BE5096F-7F8C-496A-A13C-FF7D0CA7A6B4}" dt="2024-02-14T15:24:57.186" v="1142" actId="47"/>
        <pc:sldMkLst>
          <pc:docMk/>
          <pc:sldMk cId="2693914518" sldId="301"/>
        </pc:sldMkLst>
        <pc:spChg chg="add mod">
          <ac:chgData name="Hsia, Cheehong" userId="6bc27941-0d5a-4c11-8dfb-8bbe9da0911b" providerId="ADAL" clId="{5BE5096F-7F8C-496A-A13C-FF7D0CA7A6B4}" dt="2024-02-03T15:48:58.780" v="854"/>
          <ac:spMkLst>
            <pc:docMk/>
            <pc:sldMk cId="2693914518" sldId="301"/>
            <ac:spMk id="6" creationId="{6B6D2E77-90B1-EB40-8A23-ABBC4704C6AC}"/>
          </ac:spMkLst>
        </pc:spChg>
      </pc:sldChg>
      <pc:sldChg chg="addSp modSp mod modClrScheme chgLayout">
        <pc:chgData name="Hsia, Cheehong" userId="6bc27941-0d5a-4c11-8dfb-8bbe9da0911b" providerId="ADAL" clId="{5BE5096F-7F8C-496A-A13C-FF7D0CA7A6B4}" dt="2024-02-15T16:32:53.825" v="1656" actId="207"/>
        <pc:sldMkLst>
          <pc:docMk/>
          <pc:sldMk cId="155960899" sldId="302"/>
        </pc:sldMkLst>
        <pc:spChg chg="mod ord">
          <ac:chgData name="Hsia, Cheehong" userId="6bc27941-0d5a-4c11-8dfb-8bbe9da0911b" providerId="ADAL" clId="{5BE5096F-7F8C-496A-A13C-FF7D0CA7A6B4}" dt="2024-02-15T16:32:32.900" v="1652" actId="700"/>
          <ac:spMkLst>
            <pc:docMk/>
            <pc:sldMk cId="155960899" sldId="302"/>
            <ac:spMk id="2" creationId="{AD90CEB0-783B-5FA4-1028-D4B692C5B2CE}"/>
          </ac:spMkLst>
        </pc:spChg>
        <pc:spChg chg="mod ord">
          <ac:chgData name="Hsia, Cheehong" userId="6bc27941-0d5a-4c11-8dfb-8bbe9da0911b" providerId="ADAL" clId="{5BE5096F-7F8C-496A-A13C-FF7D0CA7A6B4}" dt="2024-02-15T16:32:32.900" v="1652" actId="700"/>
          <ac:spMkLst>
            <pc:docMk/>
            <pc:sldMk cId="155960899" sldId="302"/>
            <ac:spMk id="3" creationId="{11925C94-7DB2-3EEF-C390-EA8A563BE132}"/>
          </ac:spMkLst>
        </pc:spChg>
        <pc:spChg chg="mod ord">
          <ac:chgData name="Hsia, Cheehong" userId="6bc27941-0d5a-4c11-8dfb-8bbe9da0911b" providerId="ADAL" clId="{5BE5096F-7F8C-496A-A13C-FF7D0CA7A6B4}" dt="2024-02-15T16:32:32.900" v="1652" actId="700"/>
          <ac:spMkLst>
            <pc:docMk/>
            <pc:sldMk cId="155960899" sldId="302"/>
            <ac:spMk id="4" creationId="{3859056E-FEDA-2D8C-90B8-7DB995ECB8A4}"/>
          </ac:spMkLst>
        </pc:spChg>
        <pc:spChg chg="mod ord">
          <ac:chgData name="Hsia, Cheehong" userId="6bc27941-0d5a-4c11-8dfb-8bbe9da0911b" providerId="ADAL" clId="{5BE5096F-7F8C-496A-A13C-FF7D0CA7A6B4}" dt="2024-02-15T16:32:32.900" v="1652" actId="700"/>
          <ac:spMkLst>
            <pc:docMk/>
            <pc:sldMk cId="155960899" sldId="302"/>
            <ac:spMk id="5" creationId="{1D8E0DE9-59C5-51BC-C26E-CD16F2ECED89}"/>
          </ac:spMkLst>
        </pc:spChg>
        <pc:spChg chg="add mod">
          <ac:chgData name="Hsia, Cheehong" userId="6bc27941-0d5a-4c11-8dfb-8bbe9da0911b" providerId="ADAL" clId="{5BE5096F-7F8C-496A-A13C-FF7D0CA7A6B4}" dt="2024-02-15T16:32:53.825" v="1656" actId="207"/>
          <ac:spMkLst>
            <pc:docMk/>
            <pc:sldMk cId="155960899" sldId="302"/>
            <ac:spMk id="6" creationId="{D8E98A5A-46BD-B309-379D-9FA98DEF33FC}"/>
          </ac:spMkLst>
        </pc:spChg>
      </pc:sldChg>
      <pc:sldChg chg="addSp modSp del">
        <pc:chgData name="Hsia, Cheehong" userId="6bc27941-0d5a-4c11-8dfb-8bbe9da0911b" providerId="ADAL" clId="{5BE5096F-7F8C-496A-A13C-FF7D0CA7A6B4}" dt="2024-02-14T15:25:18.004" v="1149" actId="47"/>
        <pc:sldMkLst>
          <pc:docMk/>
          <pc:sldMk cId="4239895058" sldId="303"/>
        </pc:sldMkLst>
        <pc:spChg chg="add mod">
          <ac:chgData name="Hsia, Cheehong" userId="6bc27941-0d5a-4c11-8dfb-8bbe9da0911b" providerId="ADAL" clId="{5BE5096F-7F8C-496A-A13C-FF7D0CA7A6B4}" dt="2024-02-03T15:49:08.951" v="858"/>
          <ac:spMkLst>
            <pc:docMk/>
            <pc:sldMk cId="4239895058" sldId="303"/>
            <ac:spMk id="6" creationId="{B6E8D1CB-527B-6AED-F2BA-071B9C9B78E9}"/>
          </ac:spMkLst>
        </pc:spChg>
      </pc:sldChg>
      <pc:sldChg chg="addSp modSp mod modClrScheme chgLayout">
        <pc:chgData name="Hsia, Cheehong" userId="6bc27941-0d5a-4c11-8dfb-8bbe9da0911b" providerId="ADAL" clId="{5BE5096F-7F8C-496A-A13C-FF7D0CA7A6B4}" dt="2024-02-15T16:32:57.366" v="1657" actId="207"/>
        <pc:sldMkLst>
          <pc:docMk/>
          <pc:sldMk cId="1487932769" sldId="304"/>
        </pc:sldMkLst>
        <pc:spChg chg="mod ord">
          <ac:chgData name="Hsia, Cheehong" userId="6bc27941-0d5a-4c11-8dfb-8bbe9da0911b" providerId="ADAL" clId="{5BE5096F-7F8C-496A-A13C-FF7D0CA7A6B4}" dt="2024-02-15T16:32:32.900" v="1652" actId="700"/>
          <ac:spMkLst>
            <pc:docMk/>
            <pc:sldMk cId="1487932769" sldId="304"/>
            <ac:spMk id="2" creationId="{AD90CEB0-783B-5FA4-1028-D4B692C5B2CE}"/>
          </ac:spMkLst>
        </pc:spChg>
        <pc:spChg chg="mod ord">
          <ac:chgData name="Hsia, Cheehong" userId="6bc27941-0d5a-4c11-8dfb-8bbe9da0911b" providerId="ADAL" clId="{5BE5096F-7F8C-496A-A13C-FF7D0CA7A6B4}" dt="2024-02-15T16:32:32.900" v="1652" actId="700"/>
          <ac:spMkLst>
            <pc:docMk/>
            <pc:sldMk cId="1487932769" sldId="304"/>
            <ac:spMk id="3" creationId="{11925C94-7DB2-3EEF-C390-EA8A563BE132}"/>
          </ac:spMkLst>
        </pc:spChg>
        <pc:spChg chg="mod ord">
          <ac:chgData name="Hsia, Cheehong" userId="6bc27941-0d5a-4c11-8dfb-8bbe9da0911b" providerId="ADAL" clId="{5BE5096F-7F8C-496A-A13C-FF7D0CA7A6B4}" dt="2024-02-15T16:32:32.900" v="1652" actId="700"/>
          <ac:spMkLst>
            <pc:docMk/>
            <pc:sldMk cId="1487932769" sldId="304"/>
            <ac:spMk id="4" creationId="{3859056E-FEDA-2D8C-90B8-7DB995ECB8A4}"/>
          </ac:spMkLst>
        </pc:spChg>
        <pc:spChg chg="mod ord">
          <ac:chgData name="Hsia, Cheehong" userId="6bc27941-0d5a-4c11-8dfb-8bbe9da0911b" providerId="ADAL" clId="{5BE5096F-7F8C-496A-A13C-FF7D0CA7A6B4}" dt="2024-02-15T16:32:32.900" v="1652" actId="700"/>
          <ac:spMkLst>
            <pc:docMk/>
            <pc:sldMk cId="1487932769" sldId="304"/>
            <ac:spMk id="5" creationId="{1D8E0DE9-59C5-51BC-C26E-CD16F2ECED89}"/>
          </ac:spMkLst>
        </pc:spChg>
        <pc:spChg chg="add mod">
          <ac:chgData name="Hsia, Cheehong" userId="6bc27941-0d5a-4c11-8dfb-8bbe9da0911b" providerId="ADAL" clId="{5BE5096F-7F8C-496A-A13C-FF7D0CA7A6B4}" dt="2024-02-15T16:32:57.366" v="1657" actId="207"/>
          <ac:spMkLst>
            <pc:docMk/>
            <pc:sldMk cId="1487932769" sldId="304"/>
            <ac:spMk id="6" creationId="{D93CADC4-D2B9-3874-59F9-1690AA15F907}"/>
          </ac:spMkLst>
        </pc:spChg>
      </pc:sldChg>
      <pc:sldChg chg="addSp modSp del">
        <pc:chgData name="Hsia, Cheehong" userId="6bc27941-0d5a-4c11-8dfb-8bbe9da0911b" providerId="ADAL" clId="{5BE5096F-7F8C-496A-A13C-FF7D0CA7A6B4}" dt="2024-02-14T15:25:43.086" v="1157" actId="47"/>
        <pc:sldMkLst>
          <pc:docMk/>
          <pc:sldMk cId="178219345" sldId="305"/>
        </pc:sldMkLst>
        <pc:spChg chg="add mod">
          <ac:chgData name="Hsia, Cheehong" userId="6bc27941-0d5a-4c11-8dfb-8bbe9da0911b" providerId="ADAL" clId="{5BE5096F-7F8C-496A-A13C-FF7D0CA7A6B4}" dt="2024-02-03T15:49:18.534" v="862"/>
          <ac:spMkLst>
            <pc:docMk/>
            <pc:sldMk cId="178219345" sldId="305"/>
            <ac:spMk id="6" creationId="{A6CFE622-B8F9-400E-7940-DC1B1916F743}"/>
          </ac:spMkLst>
        </pc:spChg>
      </pc:sldChg>
      <pc:sldChg chg="modSp mod modClrScheme chgLayout">
        <pc:chgData name="Hsia, Cheehong" userId="6bc27941-0d5a-4c11-8dfb-8bbe9da0911b" providerId="ADAL" clId="{5BE5096F-7F8C-496A-A13C-FF7D0CA7A6B4}" dt="2024-02-15T16:33:27.078" v="1658" actId="700"/>
        <pc:sldMkLst>
          <pc:docMk/>
          <pc:sldMk cId="3441977504" sldId="306"/>
        </pc:sldMkLst>
        <pc:spChg chg="mod ord">
          <ac:chgData name="Hsia, Cheehong" userId="6bc27941-0d5a-4c11-8dfb-8bbe9da0911b" providerId="ADAL" clId="{5BE5096F-7F8C-496A-A13C-FF7D0CA7A6B4}" dt="2024-02-15T16:33:27.078" v="1658" actId="700"/>
          <ac:spMkLst>
            <pc:docMk/>
            <pc:sldMk cId="3441977504" sldId="306"/>
            <ac:spMk id="2" creationId="{D43A5880-B244-5B8B-D3F4-CD35BC7751FF}"/>
          </ac:spMkLst>
        </pc:spChg>
      </pc:sldChg>
      <pc:sldChg chg="addSp modSp mod modClrScheme chgLayout">
        <pc:chgData name="Hsia, Cheehong" userId="6bc27941-0d5a-4c11-8dfb-8bbe9da0911b" providerId="ADAL" clId="{5BE5096F-7F8C-496A-A13C-FF7D0CA7A6B4}" dt="2024-02-15T16:33:37.976" v="1659" actId="700"/>
        <pc:sldMkLst>
          <pc:docMk/>
          <pc:sldMk cId="961020213" sldId="308"/>
        </pc:sldMkLst>
        <pc:spChg chg="mod ord">
          <ac:chgData name="Hsia, Cheehong" userId="6bc27941-0d5a-4c11-8dfb-8bbe9da0911b" providerId="ADAL" clId="{5BE5096F-7F8C-496A-A13C-FF7D0CA7A6B4}" dt="2024-02-15T16:33:37.976" v="1659" actId="700"/>
          <ac:spMkLst>
            <pc:docMk/>
            <pc:sldMk cId="961020213" sldId="308"/>
            <ac:spMk id="2" creationId="{9024BA51-C630-BA2A-58B6-69F9BB6816A0}"/>
          </ac:spMkLst>
        </pc:spChg>
        <pc:spChg chg="mod ord">
          <ac:chgData name="Hsia, Cheehong" userId="6bc27941-0d5a-4c11-8dfb-8bbe9da0911b" providerId="ADAL" clId="{5BE5096F-7F8C-496A-A13C-FF7D0CA7A6B4}" dt="2024-02-15T16:33:37.976" v="1659" actId="700"/>
          <ac:spMkLst>
            <pc:docMk/>
            <pc:sldMk cId="961020213" sldId="308"/>
            <ac:spMk id="3" creationId="{2077BF95-1F9E-AA05-3D0B-83E184AA9C48}"/>
          </ac:spMkLst>
        </pc:spChg>
        <pc:spChg chg="mod ord">
          <ac:chgData name="Hsia, Cheehong" userId="6bc27941-0d5a-4c11-8dfb-8bbe9da0911b" providerId="ADAL" clId="{5BE5096F-7F8C-496A-A13C-FF7D0CA7A6B4}" dt="2024-02-15T16:33:37.976" v="1659" actId="700"/>
          <ac:spMkLst>
            <pc:docMk/>
            <pc:sldMk cId="961020213" sldId="308"/>
            <ac:spMk id="4" creationId="{8946D5DF-DDC9-DF42-4883-DA9549CF8DE5}"/>
          </ac:spMkLst>
        </pc:spChg>
        <pc:spChg chg="mod ord">
          <ac:chgData name="Hsia, Cheehong" userId="6bc27941-0d5a-4c11-8dfb-8bbe9da0911b" providerId="ADAL" clId="{5BE5096F-7F8C-496A-A13C-FF7D0CA7A6B4}" dt="2024-02-15T16:33:37.976" v="1659" actId="700"/>
          <ac:spMkLst>
            <pc:docMk/>
            <pc:sldMk cId="961020213" sldId="308"/>
            <ac:spMk id="5" creationId="{860EF69F-79FC-8315-A261-A0DDABAAA234}"/>
          </ac:spMkLst>
        </pc:spChg>
        <pc:spChg chg="add mod">
          <ac:chgData name="Hsia, Cheehong" userId="6bc27941-0d5a-4c11-8dfb-8bbe9da0911b" providerId="ADAL" clId="{5BE5096F-7F8C-496A-A13C-FF7D0CA7A6B4}" dt="2024-02-03T15:49:31.273" v="865" actId="20577"/>
          <ac:spMkLst>
            <pc:docMk/>
            <pc:sldMk cId="961020213" sldId="308"/>
            <ac:spMk id="6" creationId="{30EB7D6E-0473-1CF2-0312-219FF0DBC038}"/>
          </ac:spMkLst>
        </pc:spChg>
      </pc:sldChg>
      <pc:sldChg chg="addSp modSp del">
        <pc:chgData name="Hsia, Cheehong" userId="6bc27941-0d5a-4c11-8dfb-8bbe9da0911b" providerId="ADAL" clId="{5BE5096F-7F8C-496A-A13C-FF7D0CA7A6B4}" dt="2024-02-14T15:26:17.372" v="1167" actId="47"/>
        <pc:sldMkLst>
          <pc:docMk/>
          <pc:sldMk cId="415980821" sldId="309"/>
        </pc:sldMkLst>
        <pc:spChg chg="add mod">
          <ac:chgData name="Hsia, Cheehong" userId="6bc27941-0d5a-4c11-8dfb-8bbe9da0911b" providerId="ADAL" clId="{5BE5096F-7F8C-496A-A13C-FF7D0CA7A6B4}" dt="2024-02-03T15:49:33.609" v="866"/>
          <ac:spMkLst>
            <pc:docMk/>
            <pc:sldMk cId="415980821" sldId="309"/>
            <ac:spMk id="6" creationId="{EE640219-8CF2-52AD-77AE-27EBB52B6CAD}"/>
          </ac:spMkLst>
        </pc:spChg>
      </pc:sldChg>
      <pc:sldChg chg="addSp modSp mod modClrScheme chgLayout">
        <pc:chgData name="Hsia, Cheehong" userId="6bc27941-0d5a-4c11-8dfb-8bbe9da0911b" providerId="ADAL" clId="{5BE5096F-7F8C-496A-A13C-FF7D0CA7A6B4}" dt="2024-02-15T16:33:37.976" v="1659" actId="700"/>
        <pc:sldMkLst>
          <pc:docMk/>
          <pc:sldMk cId="1482915617" sldId="310"/>
        </pc:sldMkLst>
        <pc:spChg chg="mod ord">
          <ac:chgData name="Hsia, Cheehong" userId="6bc27941-0d5a-4c11-8dfb-8bbe9da0911b" providerId="ADAL" clId="{5BE5096F-7F8C-496A-A13C-FF7D0CA7A6B4}" dt="2024-02-15T16:33:37.976" v="1659" actId="700"/>
          <ac:spMkLst>
            <pc:docMk/>
            <pc:sldMk cId="1482915617" sldId="310"/>
            <ac:spMk id="2" creationId="{9024BA51-C630-BA2A-58B6-69F9BB6816A0}"/>
          </ac:spMkLst>
        </pc:spChg>
        <pc:spChg chg="mod ord">
          <ac:chgData name="Hsia, Cheehong" userId="6bc27941-0d5a-4c11-8dfb-8bbe9da0911b" providerId="ADAL" clId="{5BE5096F-7F8C-496A-A13C-FF7D0CA7A6B4}" dt="2024-02-15T16:33:37.976" v="1659" actId="700"/>
          <ac:spMkLst>
            <pc:docMk/>
            <pc:sldMk cId="1482915617" sldId="310"/>
            <ac:spMk id="3" creationId="{2077BF95-1F9E-AA05-3D0B-83E184AA9C48}"/>
          </ac:spMkLst>
        </pc:spChg>
        <pc:spChg chg="mod ord">
          <ac:chgData name="Hsia, Cheehong" userId="6bc27941-0d5a-4c11-8dfb-8bbe9da0911b" providerId="ADAL" clId="{5BE5096F-7F8C-496A-A13C-FF7D0CA7A6B4}" dt="2024-02-15T16:33:37.976" v="1659" actId="700"/>
          <ac:spMkLst>
            <pc:docMk/>
            <pc:sldMk cId="1482915617" sldId="310"/>
            <ac:spMk id="4" creationId="{8946D5DF-DDC9-DF42-4883-DA9549CF8DE5}"/>
          </ac:spMkLst>
        </pc:spChg>
        <pc:spChg chg="mod ord">
          <ac:chgData name="Hsia, Cheehong" userId="6bc27941-0d5a-4c11-8dfb-8bbe9da0911b" providerId="ADAL" clId="{5BE5096F-7F8C-496A-A13C-FF7D0CA7A6B4}" dt="2024-02-15T16:33:37.976" v="1659" actId="700"/>
          <ac:spMkLst>
            <pc:docMk/>
            <pc:sldMk cId="1482915617" sldId="310"/>
            <ac:spMk id="5" creationId="{860EF69F-79FC-8315-A261-A0DDABAAA234}"/>
          </ac:spMkLst>
        </pc:spChg>
        <pc:spChg chg="add mod">
          <ac:chgData name="Hsia, Cheehong" userId="6bc27941-0d5a-4c11-8dfb-8bbe9da0911b" providerId="ADAL" clId="{5BE5096F-7F8C-496A-A13C-FF7D0CA7A6B4}" dt="2024-02-03T15:49:39.036" v="868" actId="20577"/>
          <ac:spMkLst>
            <pc:docMk/>
            <pc:sldMk cId="1482915617" sldId="310"/>
            <ac:spMk id="6" creationId="{4468637D-9389-3D43-7766-53E64610CED3}"/>
          </ac:spMkLst>
        </pc:spChg>
      </pc:sldChg>
      <pc:sldChg chg="addSp modSp del">
        <pc:chgData name="Hsia, Cheehong" userId="6bc27941-0d5a-4c11-8dfb-8bbe9da0911b" providerId="ADAL" clId="{5BE5096F-7F8C-496A-A13C-FF7D0CA7A6B4}" dt="2024-02-14T15:26:38.983" v="1176" actId="47"/>
        <pc:sldMkLst>
          <pc:docMk/>
          <pc:sldMk cId="1467359079" sldId="311"/>
        </pc:sldMkLst>
        <pc:spChg chg="add mod">
          <ac:chgData name="Hsia, Cheehong" userId="6bc27941-0d5a-4c11-8dfb-8bbe9da0911b" providerId="ADAL" clId="{5BE5096F-7F8C-496A-A13C-FF7D0CA7A6B4}" dt="2024-02-03T15:49:41.631" v="869"/>
          <ac:spMkLst>
            <pc:docMk/>
            <pc:sldMk cId="1467359079" sldId="311"/>
            <ac:spMk id="6" creationId="{C829B1EB-3C9B-D14D-49B7-C01C1DD40CE3}"/>
          </ac:spMkLst>
        </pc:spChg>
      </pc:sldChg>
      <pc:sldChg chg="addSp modSp mod modClrScheme chgLayout">
        <pc:chgData name="Hsia, Cheehong" userId="6bc27941-0d5a-4c11-8dfb-8bbe9da0911b" providerId="ADAL" clId="{5BE5096F-7F8C-496A-A13C-FF7D0CA7A6B4}" dt="2024-02-15T16:33:37.976" v="1659" actId="700"/>
        <pc:sldMkLst>
          <pc:docMk/>
          <pc:sldMk cId="3790017242" sldId="312"/>
        </pc:sldMkLst>
        <pc:spChg chg="mod ord">
          <ac:chgData name="Hsia, Cheehong" userId="6bc27941-0d5a-4c11-8dfb-8bbe9da0911b" providerId="ADAL" clId="{5BE5096F-7F8C-496A-A13C-FF7D0CA7A6B4}" dt="2024-02-15T16:33:37.976" v="1659" actId="700"/>
          <ac:spMkLst>
            <pc:docMk/>
            <pc:sldMk cId="3790017242" sldId="312"/>
            <ac:spMk id="2" creationId="{9024BA51-C630-BA2A-58B6-69F9BB6816A0}"/>
          </ac:spMkLst>
        </pc:spChg>
        <pc:spChg chg="mod ord">
          <ac:chgData name="Hsia, Cheehong" userId="6bc27941-0d5a-4c11-8dfb-8bbe9da0911b" providerId="ADAL" clId="{5BE5096F-7F8C-496A-A13C-FF7D0CA7A6B4}" dt="2024-02-15T16:33:37.976" v="1659" actId="700"/>
          <ac:spMkLst>
            <pc:docMk/>
            <pc:sldMk cId="3790017242" sldId="312"/>
            <ac:spMk id="3" creationId="{2077BF95-1F9E-AA05-3D0B-83E184AA9C48}"/>
          </ac:spMkLst>
        </pc:spChg>
        <pc:spChg chg="mod ord">
          <ac:chgData name="Hsia, Cheehong" userId="6bc27941-0d5a-4c11-8dfb-8bbe9da0911b" providerId="ADAL" clId="{5BE5096F-7F8C-496A-A13C-FF7D0CA7A6B4}" dt="2024-02-15T16:33:37.976" v="1659" actId="700"/>
          <ac:spMkLst>
            <pc:docMk/>
            <pc:sldMk cId="3790017242" sldId="312"/>
            <ac:spMk id="4" creationId="{8946D5DF-DDC9-DF42-4883-DA9549CF8DE5}"/>
          </ac:spMkLst>
        </pc:spChg>
        <pc:spChg chg="mod ord">
          <ac:chgData name="Hsia, Cheehong" userId="6bc27941-0d5a-4c11-8dfb-8bbe9da0911b" providerId="ADAL" clId="{5BE5096F-7F8C-496A-A13C-FF7D0CA7A6B4}" dt="2024-02-15T16:33:37.976" v="1659" actId="700"/>
          <ac:spMkLst>
            <pc:docMk/>
            <pc:sldMk cId="3790017242" sldId="312"/>
            <ac:spMk id="5" creationId="{860EF69F-79FC-8315-A261-A0DDABAAA234}"/>
          </ac:spMkLst>
        </pc:spChg>
        <pc:spChg chg="add mod">
          <ac:chgData name="Hsia, Cheehong" userId="6bc27941-0d5a-4c11-8dfb-8bbe9da0911b" providerId="ADAL" clId="{5BE5096F-7F8C-496A-A13C-FF7D0CA7A6B4}" dt="2024-02-03T15:49:48.203" v="872" actId="20577"/>
          <ac:spMkLst>
            <pc:docMk/>
            <pc:sldMk cId="3790017242" sldId="312"/>
            <ac:spMk id="6" creationId="{BA430EAE-37CA-BDC6-7261-6924ACB82ECC}"/>
          </ac:spMkLst>
        </pc:spChg>
      </pc:sldChg>
      <pc:sldChg chg="addSp modSp del">
        <pc:chgData name="Hsia, Cheehong" userId="6bc27941-0d5a-4c11-8dfb-8bbe9da0911b" providerId="ADAL" clId="{5BE5096F-7F8C-496A-A13C-FF7D0CA7A6B4}" dt="2024-02-14T15:28:00.058" v="1327" actId="47"/>
        <pc:sldMkLst>
          <pc:docMk/>
          <pc:sldMk cId="2313812796" sldId="313"/>
        </pc:sldMkLst>
        <pc:spChg chg="add mod">
          <ac:chgData name="Hsia, Cheehong" userId="6bc27941-0d5a-4c11-8dfb-8bbe9da0911b" providerId="ADAL" clId="{5BE5096F-7F8C-496A-A13C-FF7D0CA7A6B4}" dt="2024-02-03T15:49:51.097" v="873"/>
          <ac:spMkLst>
            <pc:docMk/>
            <pc:sldMk cId="2313812796" sldId="313"/>
            <ac:spMk id="6" creationId="{6F8856BA-9EA8-97AD-E583-646C0191130C}"/>
          </ac:spMkLst>
        </pc:spChg>
      </pc:sldChg>
      <pc:sldChg chg="addSp modSp mod modClrScheme chgLayout">
        <pc:chgData name="Hsia, Cheehong" userId="6bc27941-0d5a-4c11-8dfb-8bbe9da0911b" providerId="ADAL" clId="{5BE5096F-7F8C-496A-A13C-FF7D0CA7A6B4}" dt="2024-02-15T16:33:37.976" v="1659" actId="700"/>
        <pc:sldMkLst>
          <pc:docMk/>
          <pc:sldMk cId="2198057494" sldId="314"/>
        </pc:sldMkLst>
        <pc:spChg chg="mod ord">
          <ac:chgData name="Hsia, Cheehong" userId="6bc27941-0d5a-4c11-8dfb-8bbe9da0911b" providerId="ADAL" clId="{5BE5096F-7F8C-496A-A13C-FF7D0CA7A6B4}" dt="2024-02-15T16:33:37.976" v="1659" actId="700"/>
          <ac:spMkLst>
            <pc:docMk/>
            <pc:sldMk cId="2198057494" sldId="314"/>
            <ac:spMk id="2" creationId="{9024BA51-C630-BA2A-58B6-69F9BB6816A0}"/>
          </ac:spMkLst>
        </pc:spChg>
        <pc:spChg chg="mod ord">
          <ac:chgData name="Hsia, Cheehong" userId="6bc27941-0d5a-4c11-8dfb-8bbe9da0911b" providerId="ADAL" clId="{5BE5096F-7F8C-496A-A13C-FF7D0CA7A6B4}" dt="2024-02-15T16:33:37.976" v="1659" actId="700"/>
          <ac:spMkLst>
            <pc:docMk/>
            <pc:sldMk cId="2198057494" sldId="314"/>
            <ac:spMk id="3" creationId="{2077BF95-1F9E-AA05-3D0B-83E184AA9C48}"/>
          </ac:spMkLst>
        </pc:spChg>
        <pc:spChg chg="mod ord">
          <ac:chgData name="Hsia, Cheehong" userId="6bc27941-0d5a-4c11-8dfb-8bbe9da0911b" providerId="ADAL" clId="{5BE5096F-7F8C-496A-A13C-FF7D0CA7A6B4}" dt="2024-02-15T16:33:37.976" v="1659" actId="700"/>
          <ac:spMkLst>
            <pc:docMk/>
            <pc:sldMk cId="2198057494" sldId="314"/>
            <ac:spMk id="4" creationId="{8946D5DF-DDC9-DF42-4883-DA9549CF8DE5}"/>
          </ac:spMkLst>
        </pc:spChg>
        <pc:spChg chg="mod ord">
          <ac:chgData name="Hsia, Cheehong" userId="6bc27941-0d5a-4c11-8dfb-8bbe9da0911b" providerId="ADAL" clId="{5BE5096F-7F8C-496A-A13C-FF7D0CA7A6B4}" dt="2024-02-15T16:33:37.976" v="1659" actId="700"/>
          <ac:spMkLst>
            <pc:docMk/>
            <pc:sldMk cId="2198057494" sldId="314"/>
            <ac:spMk id="5" creationId="{860EF69F-79FC-8315-A261-A0DDABAAA234}"/>
          </ac:spMkLst>
        </pc:spChg>
        <pc:spChg chg="add mod">
          <ac:chgData name="Hsia, Cheehong" userId="6bc27941-0d5a-4c11-8dfb-8bbe9da0911b" providerId="ADAL" clId="{5BE5096F-7F8C-496A-A13C-FF7D0CA7A6B4}" dt="2024-02-03T15:50:01.487" v="875" actId="20577"/>
          <ac:spMkLst>
            <pc:docMk/>
            <pc:sldMk cId="2198057494" sldId="314"/>
            <ac:spMk id="6" creationId="{D869DEFD-FAD9-D801-FF67-E2AA59254600}"/>
          </ac:spMkLst>
        </pc:spChg>
      </pc:sldChg>
      <pc:sldChg chg="addSp modSp del">
        <pc:chgData name="Hsia, Cheehong" userId="6bc27941-0d5a-4c11-8dfb-8bbe9da0911b" providerId="ADAL" clId="{5BE5096F-7F8C-496A-A13C-FF7D0CA7A6B4}" dt="2024-02-14T15:29:13.288" v="1484" actId="47"/>
        <pc:sldMkLst>
          <pc:docMk/>
          <pc:sldMk cId="2393475525" sldId="315"/>
        </pc:sldMkLst>
        <pc:spChg chg="add mod">
          <ac:chgData name="Hsia, Cheehong" userId="6bc27941-0d5a-4c11-8dfb-8bbe9da0911b" providerId="ADAL" clId="{5BE5096F-7F8C-496A-A13C-FF7D0CA7A6B4}" dt="2024-02-03T15:50:04.971" v="876"/>
          <ac:spMkLst>
            <pc:docMk/>
            <pc:sldMk cId="2393475525" sldId="315"/>
            <ac:spMk id="6" creationId="{C6EF0E42-794A-4C32-B57E-C28AD4330158}"/>
          </ac:spMkLst>
        </pc:spChg>
      </pc:sldChg>
      <pc:sldChg chg="addSp modSp mod modClrScheme chgLayout">
        <pc:chgData name="Hsia, Cheehong" userId="6bc27941-0d5a-4c11-8dfb-8bbe9da0911b" providerId="ADAL" clId="{5BE5096F-7F8C-496A-A13C-FF7D0CA7A6B4}" dt="2024-02-15T16:33:37.976" v="1659" actId="700"/>
        <pc:sldMkLst>
          <pc:docMk/>
          <pc:sldMk cId="1870647430" sldId="316"/>
        </pc:sldMkLst>
        <pc:spChg chg="mod ord">
          <ac:chgData name="Hsia, Cheehong" userId="6bc27941-0d5a-4c11-8dfb-8bbe9da0911b" providerId="ADAL" clId="{5BE5096F-7F8C-496A-A13C-FF7D0CA7A6B4}" dt="2024-02-15T16:33:37.976" v="1659" actId="700"/>
          <ac:spMkLst>
            <pc:docMk/>
            <pc:sldMk cId="1870647430" sldId="316"/>
            <ac:spMk id="2" creationId="{9024BA51-C630-BA2A-58B6-69F9BB6816A0}"/>
          </ac:spMkLst>
        </pc:spChg>
        <pc:spChg chg="mod ord">
          <ac:chgData name="Hsia, Cheehong" userId="6bc27941-0d5a-4c11-8dfb-8bbe9da0911b" providerId="ADAL" clId="{5BE5096F-7F8C-496A-A13C-FF7D0CA7A6B4}" dt="2024-02-15T16:33:37.976" v="1659" actId="700"/>
          <ac:spMkLst>
            <pc:docMk/>
            <pc:sldMk cId="1870647430" sldId="316"/>
            <ac:spMk id="3" creationId="{2077BF95-1F9E-AA05-3D0B-83E184AA9C48}"/>
          </ac:spMkLst>
        </pc:spChg>
        <pc:spChg chg="mod ord">
          <ac:chgData name="Hsia, Cheehong" userId="6bc27941-0d5a-4c11-8dfb-8bbe9da0911b" providerId="ADAL" clId="{5BE5096F-7F8C-496A-A13C-FF7D0CA7A6B4}" dt="2024-02-15T16:33:37.976" v="1659" actId="700"/>
          <ac:spMkLst>
            <pc:docMk/>
            <pc:sldMk cId="1870647430" sldId="316"/>
            <ac:spMk id="4" creationId="{8946D5DF-DDC9-DF42-4883-DA9549CF8DE5}"/>
          </ac:spMkLst>
        </pc:spChg>
        <pc:spChg chg="mod ord">
          <ac:chgData name="Hsia, Cheehong" userId="6bc27941-0d5a-4c11-8dfb-8bbe9da0911b" providerId="ADAL" clId="{5BE5096F-7F8C-496A-A13C-FF7D0CA7A6B4}" dt="2024-02-15T16:33:37.976" v="1659" actId="700"/>
          <ac:spMkLst>
            <pc:docMk/>
            <pc:sldMk cId="1870647430" sldId="316"/>
            <ac:spMk id="5" creationId="{860EF69F-79FC-8315-A261-A0DDABAAA234}"/>
          </ac:spMkLst>
        </pc:spChg>
        <pc:spChg chg="add mod">
          <ac:chgData name="Hsia, Cheehong" userId="6bc27941-0d5a-4c11-8dfb-8bbe9da0911b" providerId="ADAL" clId="{5BE5096F-7F8C-496A-A13C-FF7D0CA7A6B4}" dt="2024-02-03T15:50:15.430" v="879" actId="20577"/>
          <ac:spMkLst>
            <pc:docMk/>
            <pc:sldMk cId="1870647430" sldId="316"/>
            <ac:spMk id="6" creationId="{0A756B05-B252-E3EA-B220-4ABEC0201AE9}"/>
          </ac:spMkLst>
        </pc:spChg>
      </pc:sldChg>
      <pc:sldChg chg="addSp modSp del">
        <pc:chgData name="Hsia, Cheehong" userId="6bc27941-0d5a-4c11-8dfb-8bbe9da0911b" providerId="ADAL" clId="{5BE5096F-7F8C-496A-A13C-FF7D0CA7A6B4}" dt="2024-02-14T15:30:25.141" v="1622" actId="47"/>
        <pc:sldMkLst>
          <pc:docMk/>
          <pc:sldMk cId="1520640515" sldId="317"/>
        </pc:sldMkLst>
        <pc:spChg chg="add mod">
          <ac:chgData name="Hsia, Cheehong" userId="6bc27941-0d5a-4c11-8dfb-8bbe9da0911b" providerId="ADAL" clId="{5BE5096F-7F8C-496A-A13C-FF7D0CA7A6B4}" dt="2024-02-03T15:50:17.421" v="880"/>
          <ac:spMkLst>
            <pc:docMk/>
            <pc:sldMk cId="1520640515" sldId="317"/>
            <ac:spMk id="6" creationId="{22EAF0F9-9274-6C7B-3037-6FBA51710A18}"/>
          </ac:spMkLst>
        </pc:spChg>
      </pc:sldChg>
      <pc:sldChg chg="new del">
        <pc:chgData name="Hsia, Cheehong" userId="6bc27941-0d5a-4c11-8dfb-8bbe9da0911b" providerId="ADAL" clId="{5BE5096F-7F8C-496A-A13C-FF7D0CA7A6B4}" dt="2024-01-31T20:08:57.105" v="1" actId="680"/>
        <pc:sldMkLst>
          <pc:docMk/>
          <pc:sldMk cId="625214860" sldId="318"/>
        </pc:sldMkLst>
      </pc:sldChg>
      <pc:sldChg chg="addSp delSp modSp new del mod">
        <pc:chgData name="Hsia, Cheehong" userId="6bc27941-0d5a-4c11-8dfb-8bbe9da0911b" providerId="ADAL" clId="{5BE5096F-7F8C-496A-A13C-FF7D0CA7A6B4}" dt="2024-01-31T20:12:37.249" v="42" actId="680"/>
        <pc:sldMkLst>
          <pc:docMk/>
          <pc:sldMk cId="1660270983" sldId="318"/>
        </pc:sldMkLst>
        <pc:spChg chg="mod">
          <ac:chgData name="Hsia, Cheehong" userId="6bc27941-0d5a-4c11-8dfb-8bbe9da0911b" providerId="ADAL" clId="{5BE5096F-7F8C-496A-A13C-FF7D0CA7A6B4}" dt="2024-01-31T20:12:36.948" v="41" actId="20577"/>
          <ac:spMkLst>
            <pc:docMk/>
            <pc:sldMk cId="1660270983" sldId="318"/>
            <ac:spMk id="2" creationId="{E2875D93-2F4A-F98E-94C2-55C6BCA626B9}"/>
          </ac:spMkLst>
        </pc:spChg>
        <pc:spChg chg="add del">
          <ac:chgData name="Hsia, Cheehong" userId="6bc27941-0d5a-4c11-8dfb-8bbe9da0911b" providerId="ADAL" clId="{5BE5096F-7F8C-496A-A13C-FF7D0CA7A6B4}" dt="2024-01-31T20:12:36.350" v="40" actId="931"/>
          <ac:spMkLst>
            <pc:docMk/>
            <pc:sldMk cId="1660270983" sldId="318"/>
            <ac:spMk id="3" creationId="{12656C30-391B-FB32-96DF-E9DEFA9C0615}"/>
          </ac:spMkLst>
        </pc:spChg>
        <pc:spChg chg="add del mod">
          <ac:chgData name="Hsia, Cheehong" userId="6bc27941-0d5a-4c11-8dfb-8bbe9da0911b" providerId="ADAL" clId="{5BE5096F-7F8C-496A-A13C-FF7D0CA7A6B4}" dt="2024-01-31T20:12:16.374" v="37" actId="478"/>
          <ac:spMkLst>
            <pc:docMk/>
            <pc:sldMk cId="1660270983" sldId="318"/>
            <ac:spMk id="7" creationId="{4D62440B-5E9B-C41F-90A3-754C74FA6703}"/>
          </ac:spMkLst>
        </pc:spChg>
        <pc:picChg chg="add del mod">
          <ac:chgData name="Hsia, Cheehong" userId="6bc27941-0d5a-4c11-8dfb-8bbe9da0911b" providerId="ADAL" clId="{5BE5096F-7F8C-496A-A13C-FF7D0CA7A6B4}" dt="2024-01-31T20:12:19.029" v="38" actId="931"/>
          <ac:picMkLst>
            <pc:docMk/>
            <pc:sldMk cId="1660270983" sldId="318"/>
            <ac:picMk id="5" creationId="{5F25C7B6-EFF6-8FD2-9B43-407F1AB98FE4}"/>
          </ac:picMkLst>
        </pc:picChg>
        <pc:picChg chg="add del mod">
          <ac:chgData name="Hsia, Cheehong" userId="6bc27941-0d5a-4c11-8dfb-8bbe9da0911b" providerId="ADAL" clId="{5BE5096F-7F8C-496A-A13C-FF7D0CA7A6B4}" dt="2024-01-31T20:12:15.315" v="35" actId="931"/>
          <ac:picMkLst>
            <pc:docMk/>
            <pc:sldMk cId="1660270983" sldId="318"/>
            <ac:picMk id="9" creationId="{40FB4EA6-994E-1BC3-262C-A729BF439B5B}"/>
          </ac:picMkLst>
        </pc:picChg>
        <pc:picChg chg="add del mod">
          <ac:chgData name="Hsia, Cheehong" userId="6bc27941-0d5a-4c11-8dfb-8bbe9da0911b" providerId="ADAL" clId="{5BE5096F-7F8C-496A-A13C-FF7D0CA7A6B4}" dt="2024-01-31T20:12:36.350" v="40" actId="931"/>
          <ac:picMkLst>
            <pc:docMk/>
            <pc:sldMk cId="1660270983" sldId="318"/>
            <ac:picMk id="11" creationId="{54D8ADE5-0A10-CB4B-ECBC-C138C0797B0C}"/>
          </ac:picMkLst>
        </pc:picChg>
      </pc:sldChg>
      <pc:sldChg chg="addSp delSp modSp add mod">
        <pc:chgData name="Hsia, Cheehong" userId="6bc27941-0d5a-4c11-8dfb-8bbe9da0911b" providerId="ADAL" clId="{5BE5096F-7F8C-496A-A13C-FF7D0CA7A6B4}" dt="2024-01-31T22:00:11.977" v="797" actId="478"/>
        <pc:sldMkLst>
          <pc:docMk/>
          <pc:sldMk cId="3633441988" sldId="318"/>
        </pc:sldMkLst>
        <pc:spChg chg="mod">
          <ac:chgData name="Hsia, Cheehong" userId="6bc27941-0d5a-4c11-8dfb-8bbe9da0911b" providerId="ADAL" clId="{5BE5096F-7F8C-496A-A13C-FF7D0CA7A6B4}" dt="2024-01-31T20:37:29.265" v="502" actId="1076"/>
          <ac:spMkLst>
            <pc:docMk/>
            <pc:sldMk cId="3633441988" sldId="318"/>
            <ac:spMk id="2" creationId="{041A778D-5411-0426-D583-32035AA2A1EB}"/>
          </ac:spMkLst>
        </pc:spChg>
        <pc:spChg chg="add del mod">
          <ac:chgData name="Hsia, Cheehong" userId="6bc27941-0d5a-4c11-8dfb-8bbe9da0911b" providerId="ADAL" clId="{5BE5096F-7F8C-496A-A13C-FF7D0CA7A6B4}" dt="2024-01-31T20:44:24.934" v="508" actId="478"/>
          <ac:spMkLst>
            <pc:docMk/>
            <pc:sldMk cId="3633441988" sldId="318"/>
            <ac:spMk id="7" creationId="{B390CF02-CFCC-DC33-FE0F-F2407D4238CB}"/>
          </ac:spMkLst>
        </pc:spChg>
        <pc:spChg chg="del mod">
          <ac:chgData name="Hsia, Cheehong" userId="6bc27941-0d5a-4c11-8dfb-8bbe9da0911b" providerId="ADAL" clId="{5BE5096F-7F8C-496A-A13C-FF7D0CA7A6B4}" dt="2024-01-31T20:44:24.934" v="508" actId="478"/>
          <ac:spMkLst>
            <pc:docMk/>
            <pc:sldMk cId="3633441988" sldId="318"/>
            <ac:spMk id="10" creationId="{BDBACD99-A847-1663-367C-E1CA4326DAC2}"/>
          </ac:spMkLst>
        </pc:spChg>
        <pc:spChg chg="del mod topLvl">
          <ac:chgData name="Hsia, Cheehong" userId="6bc27941-0d5a-4c11-8dfb-8bbe9da0911b" providerId="ADAL" clId="{5BE5096F-7F8C-496A-A13C-FF7D0CA7A6B4}" dt="2024-01-31T20:44:24.934" v="508" actId="478"/>
          <ac:spMkLst>
            <pc:docMk/>
            <pc:sldMk cId="3633441988" sldId="318"/>
            <ac:spMk id="13" creationId="{0D13E643-C499-C098-35AA-4E6D0BDA5FD7}"/>
          </ac:spMkLst>
        </pc:spChg>
        <pc:spChg chg="del mod topLvl">
          <ac:chgData name="Hsia, Cheehong" userId="6bc27941-0d5a-4c11-8dfb-8bbe9da0911b" providerId="ADAL" clId="{5BE5096F-7F8C-496A-A13C-FF7D0CA7A6B4}" dt="2024-01-31T20:44:24.934" v="508" actId="478"/>
          <ac:spMkLst>
            <pc:docMk/>
            <pc:sldMk cId="3633441988" sldId="318"/>
            <ac:spMk id="14" creationId="{455E4613-8B8B-6B4F-73A1-9C61AB6EF300}"/>
          </ac:spMkLst>
        </pc:spChg>
        <pc:spChg chg="add del mod">
          <ac:chgData name="Hsia, Cheehong" userId="6bc27941-0d5a-4c11-8dfb-8bbe9da0911b" providerId="ADAL" clId="{5BE5096F-7F8C-496A-A13C-FF7D0CA7A6B4}" dt="2024-01-31T21:42:21.266" v="521" actId="478"/>
          <ac:spMkLst>
            <pc:docMk/>
            <pc:sldMk cId="3633441988" sldId="318"/>
            <ac:spMk id="20" creationId="{6BB1B46D-6EAC-D4C4-D0B0-5C1FC359ED77}"/>
          </ac:spMkLst>
        </pc:spChg>
        <pc:spChg chg="add del mod">
          <ac:chgData name="Hsia, Cheehong" userId="6bc27941-0d5a-4c11-8dfb-8bbe9da0911b" providerId="ADAL" clId="{5BE5096F-7F8C-496A-A13C-FF7D0CA7A6B4}" dt="2024-01-31T21:47:07.865" v="644" actId="478"/>
          <ac:spMkLst>
            <pc:docMk/>
            <pc:sldMk cId="3633441988" sldId="318"/>
            <ac:spMk id="21" creationId="{726A5C73-6BC2-7063-49E2-24EF6C3E2AD9}"/>
          </ac:spMkLst>
        </pc:spChg>
        <pc:spChg chg="add mod">
          <ac:chgData name="Hsia, Cheehong" userId="6bc27941-0d5a-4c11-8dfb-8bbe9da0911b" providerId="ADAL" clId="{5BE5096F-7F8C-496A-A13C-FF7D0CA7A6B4}" dt="2024-01-31T21:59:07.527" v="793" actId="164"/>
          <ac:spMkLst>
            <pc:docMk/>
            <pc:sldMk cId="3633441988" sldId="318"/>
            <ac:spMk id="22" creationId="{93869148-EBCC-B130-3436-108F74D32FDF}"/>
          </ac:spMkLst>
        </pc:spChg>
        <pc:spChg chg="add mod">
          <ac:chgData name="Hsia, Cheehong" userId="6bc27941-0d5a-4c11-8dfb-8bbe9da0911b" providerId="ADAL" clId="{5BE5096F-7F8C-496A-A13C-FF7D0CA7A6B4}" dt="2024-01-31T21:59:19.068" v="795" actId="14100"/>
          <ac:spMkLst>
            <pc:docMk/>
            <pc:sldMk cId="3633441988" sldId="318"/>
            <ac:spMk id="23" creationId="{7F86E713-E48C-81D7-30C1-464A10B8E1C0}"/>
          </ac:spMkLst>
        </pc:spChg>
        <pc:grpChg chg="add del mod">
          <ac:chgData name="Hsia, Cheehong" userId="6bc27941-0d5a-4c11-8dfb-8bbe9da0911b" providerId="ADAL" clId="{5BE5096F-7F8C-496A-A13C-FF7D0CA7A6B4}" dt="2024-01-31T20:31:52.831" v="338" actId="165"/>
          <ac:grpSpMkLst>
            <pc:docMk/>
            <pc:sldMk cId="3633441988" sldId="318"/>
            <ac:grpSpMk id="8" creationId="{0F6B4C23-891E-B967-6E94-281164E78DB2}"/>
          </ac:grpSpMkLst>
        </pc:grpChg>
        <pc:grpChg chg="add mod">
          <ac:chgData name="Hsia, Cheehong" userId="6bc27941-0d5a-4c11-8dfb-8bbe9da0911b" providerId="ADAL" clId="{5BE5096F-7F8C-496A-A13C-FF7D0CA7A6B4}" dt="2024-01-31T20:31:46.392" v="336" actId="164"/>
          <ac:grpSpMkLst>
            <pc:docMk/>
            <pc:sldMk cId="3633441988" sldId="318"/>
            <ac:grpSpMk id="9" creationId="{6FA1EA10-B1F6-DFED-671D-82BA40B90AEB}"/>
          </ac:grpSpMkLst>
        </pc:grpChg>
        <pc:grpChg chg="del mod">
          <ac:chgData name="Hsia, Cheehong" userId="6bc27941-0d5a-4c11-8dfb-8bbe9da0911b" providerId="ADAL" clId="{5BE5096F-7F8C-496A-A13C-FF7D0CA7A6B4}" dt="2024-01-31T20:24:33.834" v="181" actId="165"/>
          <ac:grpSpMkLst>
            <pc:docMk/>
            <pc:sldMk cId="3633441988" sldId="318"/>
            <ac:grpSpMk id="15" creationId="{746A1D07-DEE8-5AD0-60E4-ED9526EF6C85}"/>
          </ac:grpSpMkLst>
        </pc:grpChg>
        <pc:grpChg chg="add mod">
          <ac:chgData name="Hsia, Cheehong" userId="6bc27941-0d5a-4c11-8dfb-8bbe9da0911b" providerId="ADAL" clId="{5BE5096F-7F8C-496A-A13C-FF7D0CA7A6B4}" dt="2024-01-31T20:31:46.122" v="335" actId="164"/>
          <ac:grpSpMkLst>
            <pc:docMk/>
            <pc:sldMk cId="3633441988" sldId="318"/>
            <ac:grpSpMk id="16" creationId="{7C3CD25D-4F7C-9ED5-D25A-23C91DE20800}"/>
          </ac:grpSpMkLst>
        </pc:grpChg>
        <pc:grpChg chg="add del mod">
          <ac:chgData name="Hsia, Cheehong" userId="6bc27941-0d5a-4c11-8dfb-8bbe9da0911b" providerId="ADAL" clId="{5BE5096F-7F8C-496A-A13C-FF7D0CA7A6B4}" dt="2024-01-31T22:00:11.977" v="797" actId="478"/>
          <ac:grpSpMkLst>
            <pc:docMk/>
            <pc:sldMk cId="3633441988" sldId="318"/>
            <ac:grpSpMk id="24" creationId="{F01247D2-37EC-DDCE-85E2-095791083932}"/>
          </ac:grpSpMkLst>
        </pc:grpChg>
        <pc:picChg chg="add del mod topLvl">
          <ac:chgData name="Hsia, Cheehong" userId="6bc27941-0d5a-4c11-8dfb-8bbe9da0911b" providerId="ADAL" clId="{5BE5096F-7F8C-496A-A13C-FF7D0CA7A6B4}" dt="2024-01-31T20:44:24.934" v="508" actId="478"/>
          <ac:picMkLst>
            <pc:docMk/>
            <pc:sldMk cId="3633441988" sldId="318"/>
            <ac:picMk id="4" creationId="{ECDA4C48-7F27-CEF2-3255-1C5AB7D654CC}"/>
          </ac:picMkLst>
        </pc:picChg>
        <pc:picChg chg="add del mod">
          <ac:chgData name="Hsia, Cheehong" userId="6bc27941-0d5a-4c11-8dfb-8bbe9da0911b" providerId="ADAL" clId="{5BE5096F-7F8C-496A-A13C-FF7D0CA7A6B4}" dt="2024-01-31T20:44:24.934" v="508" actId="478"/>
          <ac:picMkLst>
            <pc:docMk/>
            <pc:sldMk cId="3633441988" sldId="318"/>
            <ac:picMk id="6" creationId="{7C71430C-513B-AC25-78B2-8FEE7838FBAB}"/>
          </ac:picMkLst>
        </pc:picChg>
        <pc:picChg chg="del mod">
          <ac:chgData name="Hsia, Cheehong" userId="6bc27941-0d5a-4c11-8dfb-8bbe9da0911b" providerId="ADAL" clId="{5BE5096F-7F8C-496A-A13C-FF7D0CA7A6B4}" dt="2024-01-31T20:27:27.548" v="246" actId="478"/>
          <ac:picMkLst>
            <pc:docMk/>
            <pc:sldMk cId="3633441988" sldId="318"/>
            <ac:picMk id="11" creationId="{CD2D78C6-56C8-A1AE-0E96-08D2B2B5EC5A}"/>
          </ac:picMkLst>
        </pc:picChg>
        <pc:picChg chg="del mod">
          <ac:chgData name="Hsia, Cheehong" userId="6bc27941-0d5a-4c11-8dfb-8bbe9da0911b" providerId="ADAL" clId="{5BE5096F-7F8C-496A-A13C-FF7D0CA7A6B4}" dt="2024-01-31T20:44:24.934" v="508" actId="478"/>
          <ac:picMkLst>
            <pc:docMk/>
            <pc:sldMk cId="3633441988" sldId="318"/>
            <ac:picMk id="12" creationId="{ABBDAE23-39F9-0414-3CAC-A592E87F0920}"/>
          </ac:picMkLst>
        </pc:picChg>
        <pc:picChg chg="add del mod">
          <ac:chgData name="Hsia, Cheehong" userId="6bc27941-0d5a-4c11-8dfb-8bbe9da0911b" providerId="ADAL" clId="{5BE5096F-7F8C-496A-A13C-FF7D0CA7A6B4}" dt="2024-01-31T21:48:06.280" v="646" actId="478"/>
          <ac:picMkLst>
            <pc:docMk/>
            <pc:sldMk cId="3633441988" sldId="318"/>
            <ac:picMk id="2050" creationId="{6318ABB5-E8D9-C8CC-F8DE-C4FA662AC0A4}"/>
          </ac:picMkLst>
        </pc:picChg>
        <pc:picChg chg="add del mod">
          <ac:chgData name="Hsia, Cheehong" userId="6bc27941-0d5a-4c11-8dfb-8bbe9da0911b" providerId="ADAL" clId="{5BE5096F-7F8C-496A-A13C-FF7D0CA7A6B4}" dt="2024-01-31T21:56:36.362" v="648" actId="478"/>
          <ac:picMkLst>
            <pc:docMk/>
            <pc:sldMk cId="3633441988" sldId="318"/>
            <ac:picMk id="2052" creationId="{BB25F7BF-1F04-EBB9-E98C-1B58D3CA6F1E}"/>
          </ac:picMkLst>
        </pc:picChg>
        <pc:cxnChg chg="add del mod">
          <ac:chgData name="Hsia, Cheehong" userId="6bc27941-0d5a-4c11-8dfb-8bbe9da0911b" providerId="ADAL" clId="{5BE5096F-7F8C-496A-A13C-FF7D0CA7A6B4}" dt="2024-01-31T20:33:22.169" v="450" actId="478"/>
          <ac:cxnSpMkLst>
            <pc:docMk/>
            <pc:sldMk cId="3633441988" sldId="318"/>
            <ac:cxnSpMk id="18" creationId="{4894B43E-EAED-718B-6137-595667098DF1}"/>
          </ac:cxnSpMkLst>
        </pc:cxnChg>
      </pc:sldChg>
      <pc:sldChg chg="addSp delSp modSp new mod">
        <pc:chgData name="Hsia, Cheehong" userId="6bc27941-0d5a-4c11-8dfb-8bbe9da0911b" providerId="ADAL" clId="{5BE5096F-7F8C-496A-A13C-FF7D0CA7A6B4}" dt="2024-02-03T16:00:14.845" v="1020" actId="1076"/>
        <pc:sldMkLst>
          <pc:docMk/>
          <pc:sldMk cId="1713123423" sldId="319"/>
        </pc:sldMkLst>
        <pc:spChg chg="del">
          <ac:chgData name="Hsia, Cheehong" userId="6bc27941-0d5a-4c11-8dfb-8bbe9da0911b" providerId="ADAL" clId="{5BE5096F-7F8C-496A-A13C-FF7D0CA7A6B4}" dt="2024-02-03T15:51:46.370" v="882" actId="478"/>
          <ac:spMkLst>
            <pc:docMk/>
            <pc:sldMk cId="1713123423" sldId="319"/>
            <ac:spMk id="2" creationId="{63864EF5-2FA9-F370-FF83-41DF7D98D073}"/>
          </ac:spMkLst>
        </pc:spChg>
        <pc:graphicFrameChg chg="add del mod modGraphic">
          <ac:chgData name="Hsia, Cheehong" userId="6bc27941-0d5a-4c11-8dfb-8bbe9da0911b" providerId="ADAL" clId="{5BE5096F-7F8C-496A-A13C-FF7D0CA7A6B4}" dt="2024-02-03T15:53:22.720" v="900" actId="3680"/>
          <ac:graphicFrameMkLst>
            <pc:docMk/>
            <pc:sldMk cId="1713123423" sldId="319"/>
            <ac:graphicFrameMk id="3" creationId="{18D7EAEF-7A7F-A280-5AEB-4A24B3BF5202}"/>
          </ac:graphicFrameMkLst>
        </pc:graphicFrameChg>
        <pc:graphicFrameChg chg="add mod modGraphic">
          <ac:chgData name="Hsia, Cheehong" userId="6bc27941-0d5a-4c11-8dfb-8bbe9da0911b" providerId="ADAL" clId="{5BE5096F-7F8C-496A-A13C-FF7D0CA7A6B4}" dt="2024-02-03T16:00:14.845" v="1020" actId="1076"/>
          <ac:graphicFrameMkLst>
            <pc:docMk/>
            <pc:sldMk cId="1713123423" sldId="319"/>
            <ac:graphicFrameMk id="4" creationId="{8E48BC6A-1FCA-448D-A189-2DA711374C2C}"/>
          </ac:graphicFrameMkLst>
        </pc:graphicFrameChg>
      </pc:sldChg>
      <pc:sldChg chg="new">
        <pc:chgData name="Hsia, Cheehong" userId="6bc27941-0d5a-4c11-8dfb-8bbe9da0911b" providerId="ADAL" clId="{5BE5096F-7F8C-496A-A13C-FF7D0CA7A6B4}" dt="2024-02-03T16:00:29.879" v="1021" actId="680"/>
        <pc:sldMkLst>
          <pc:docMk/>
          <pc:sldMk cId="2178182827" sldId="320"/>
        </pc:sldMkLst>
      </pc:sldChg>
      <pc:sldChg chg="modSp add mod modClrScheme chgLayout">
        <pc:chgData name="Hsia, Cheehong" userId="6bc27941-0d5a-4c11-8dfb-8bbe9da0911b" providerId="ADAL" clId="{5BE5096F-7F8C-496A-A13C-FF7D0CA7A6B4}" dt="2024-02-14T15:18:42.673" v="1037" actId="20577"/>
        <pc:sldMkLst>
          <pc:docMk/>
          <pc:sldMk cId="2830884995" sldId="321"/>
        </pc:sldMkLst>
        <pc:spChg chg="mod ord">
          <ac:chgData name="Hsia, Cheehong" userId="6bc27941-0d5a-4c11-8dfb-8bbe9da0911b" providerId="ADAL" clId="{5BE5096F-7F8C-496A-A13C-FF7D0CA7A6B4}" dt="2024-02-14T15:18:42.673" v="1037" actId="20577"/>
          <ac:spMkLst>
            <pc:docMk/>
            <pc:sldMk cId="2830884995" sldId="321"/>
            <ac:spMk id="2" creationId="{700D1D6A-607B-8919-A042-BCCDC9CF0CF0}"/>
          </ac:spMkLst>
        </pc:spChg>
        <pc:spChg chg="mod ord">
          <ac:chgData name="Hsia, Cheehong" userId="6bc27941-0d5a-4c11-8dfb-8bbe9da0911b" providerId="ADAL" clId="{5BE5096F-7F8C-496A-A13C-FF7D0CA7A6B4}" dt="2024-02-14T15:17:41.464" v="1030" actId="700"/>
          <ac:spMkLst>
            <pc:docMk/>
            <pc:sldMk cId="2830884995" sldId="321"/>
            <ac:spMk id="3" creationId="{DB4E66FB-476A-BB21-1B46-4C8125462E5C}"/>
          </ac:spMkLst>
        </pc:spChg>
        <pc:spChg chg="mod ord">
          <ac:chgData name="Hsia, Cheehong" userId="6bc27941-0d5a-4c11-8dfb-8bbe9da0911b" providerId="ADAL" clId="{5BE5096F-7F8C-496A-A13C-FF7D0CA7A6B4}" dt="2024-02-14T15:17:41.464" v="1030" actId="700"/>
          <ac:spMkLst>
            <pc:docMk/>
            <pc:sldMk cId="2830884995" sldId="321"/>
            <ac:spMk id="4" creationId="{101FB840-DD80-334A-87FD-81DC71AD8A57}"/>
          </ac:spMkLst>
        </pc:spChg>
        <pc:spChg chg="mod ord">
          <ac:chgData name="Hsia, Cheehong" userId="6bc27941-0d5a-4c11-8dfb-8bbe9da0911b" providerId="ADAL" clId="{5BE5096F-7F8C-496A-A13C-FF7D0CA7A6B4}" dt="2024-02-14T15:17:41.464" v="1030" actId="700"/>
          <ac:spMkLst>
            <pc:docMk/>
            <pc:sldMk cId="2830884995" sldId="321"/>
            <ac:spMk id="5" creationId="{3994DC0B-F72F-6BFF-C694-00CBF68920C1}"/>
          </ac:spMkLst>
        </pc:spChg>
      </pc:sldChg>
      <pc:sldChg chg="modSp add mod modClrScheme chgLayout">
        <pc:chgData name="Hsia, Cheehong" userId="6bc27941-0d5a-4c11-8dfb-8bbe9da0911b" providerId="ADAL" clId="{5BE5096F-7F8C-496A-A13C-FF7D0CA7A6B4}" dt="2024-02-14T15:47:04.420" v="1626" actId="20577"/>
        <pc:sldMkLst>
          <pc:docMk/>
          <pc:sldMk cId="393363697" sldId="322"/>
        </pc:sldMkLst>
        <pc:spChg chg="mod ord">
          <ac:chgData name="Hsia, Cheehong" userId="6bc27941-0d5a-4c11-8dfb-8bbe9da0911b" providerId="ADAL" clId="{5BE5096F-7F8C-496A-A13C-FF7D0CA7A6B4}" dt="2024-02-14T15:47:04.420" v="1626" actId="20577"/>
          <ac:spMkLst>
            <pc:docMk/>
            <pc:sldMk cId="393363697" sldId="322"/>
            <ac:spMk id="2" creationId="{509F87C3-07A1-0EDC-D899-CD15F645C37F}"/>
          </ac:spMkLst>
        </pc:spChg>
        <pc:spChg chg="mod ord">
          <ac:chgData name="Hsia, Cheehong" userId="6bc27941-0d5a-4c11-8dfb-8bbe9da0911b" providerId="ADAL" clId="{5BE5096F-7F8C-496A-A13C-FF7D0CA7A6B4}" dt="2024-02-14T15:18:58.663" v="1040" actId="700"/>
          <ac:spMkLst>
            <pc:docMk/>
            <pc:sldMk cId="393363697" sldId="322"/>
            <ac:spMk id="3" creationId="{9B42B0F5-1A67-8C70-FDCF-4C93DB02E94F}"/>
          </ac:spMkLst>
        </pc:spChg>
        <pc:spChg chg="mod ord">
          <ac:chgData name="Hsia, Cheehong" userId="6bc27941-0d5a-4c11-8dfb-8bbe9da0911b" providerId="ADAL" clId="{5BE5096F-7F8C-496A-A13C-FF7D0CA7A6B4}" dt="2024-02-14T15:18:58.663" v="1040" actId="700"/>
          <ac:spMkLst>
            <pc:docMk/>
            <pc:sldMk cId="393363697" sldId="322"/>
            <ac:spMk id="4" creationId="{AA1D8D56-7997-9149-E3C2-4243BC163909}"/>
          </ac:spMkLst>
        </pc:spChg>
        <pc:spChg chg="mod ord">
          <ac:chgData name="Hsia, Cheehong" userId="6bc27941-0d5a-4c11-8dfb-8bbe9da0911b" providerId="ADAL" clId="{5BE5096F-7F8C-496A-A13C-FF7D0CA7A6B4}" dt="2024-02-14T15:18:58.663" v="1040" actId="700"/>
          <ac:spMkLst>
            <pc:docMk/>
            <pc:sldMk cId="393363697" sldId="322"/>
            <ac:spMk id="5" creationId="{B975B983-7343-8A2D-4201-2198F0BCF4D0}"/>
          </ac:spMkLst>
        </pc:spChg>
      </pc:sldChg>
      <pc:sldChg chg="modSp add mod modClrScheme chgLayout">
        <pc:chgData name="Hsia, Cheehong" userId="6bc27941-0d5a-4c11-8dfb-8bbe9da0911b" providerId="ADAL" clId="{5BE5096F-7F8C-496A-A13C-FF7D0CA7A6B4}" dt="2024-02-14T15:19:29.177" v="1049" actId="700"/>
        <pc:sldMkLst>
          <pc:docMk/>
          <pc:sldMk cId="3631058862" sldId="323"/>
        </pc:sldMkLst>
        <pc:spChg chg="mod ord">
          <ac:chgData name="Hsia, Cheehong" userId="6bc27941-0d5a-4c11-8dfb-8bbe9da0911b" providerId="ADAL" clId="{5BE5096F-7F8C-496A-A13C-FF7D0CA7A6B4}" dt="2024-02-14T15:19:29.177" v="1049" actId="700"/>
          <ac:spMkLst>
            <pc:docMk/>
            <pc:sldMk cId="3631058862" sldId="323"/>
            <ac:spMk id="2" creationId="{509F87C3-07A1-0EDC-D899-CD15F645C37F}"/>
          </ac:spMkLst>
        </pc:spChg>
        <pc:spChg chg="mod ord">
          <ac:chgData name="Hsia, Cheehong" userId="6bc27941-0d5a-4c11-8dfb-8bbe9da0911b" providerId="ADAL" clId="{5BE5096F-7F8C-496A-A13C-FF7D0CA7A6B4}" dt="2024-02-14T15:19:29.177" v="1049" actId="700"/>
          <ac:spMkLst>
            <pc:docMk/>
            <pc:sldMk cId="3631058862" sldId="323"/>
            <ac:spMk id="3" creationId="{9B42B0F5-1A67-8C70-FDCF-4C93DB02E94F}"/>
          </ac:spMkLst>
        </pc:spChg>
        <pc:spChg chg="mod ord">
          <ac:chgData name="Hsia, Cheehong" userId="6bc27941-0d5a-4c11-8dfb-8bbe9da0911b" providerId="ADAL" clId="{5BE5096F-7F8C-496A-A13C-FF7D0CA7A6B4}" dt="2024-02-14T15:19:29.177" v="1049" actId="700"/>
          <ac:spMkLst>
            <pc:docMk/>
            <pc:sldMk cId="3631058862" sldId="323"/>
            <ac:spMk id="4" creationId="{AA1D8D56-7997-9149-E3C2-4243BC163909}"/>
          </ac:spMkLst>
        </pc:spChg>
        <pc:spChg chg="mod ord">
          <ac:chgData name="Hsia, Cheehong" userId="6bc27941-0d5a-4c11-8dfb-8bbe9da0911b" providerId="ADAL" clId="{5BE5096F-7F8C-496A-A13C-FF7D0CA7A6B4}" dt="2024-02-14T15:19:29.177" v="1049" actId="700"/>
          <ac:spMkLst>
            <pc:docMk/>
            <pc:sldMk cId="3631058862" sldId="323"/>
            <ac:spMk id="5" creationId="{B975B983-7343-8A2D-4201-2198F0BCF4D0}"/>
          </ac:spMkLst>
        </pc:spChg>
      </pc:sldChg>
      <pc:sldChg chg="modSp add mod modClrScheme chgLayout">
        <pc:chgData name="Hsia, Cheehong" userId="6bc27941-0d5a-4c11-8dfb-8bbe9da0911b" providerId="ADAL" clId="{5BE5096F-7F8C-496A-A13C-FF7D0CA7A6B4}" dt="2024-02-14T15:20:05.467" v="1059" actId="700"/>
        <pc:sldMkLst>
          <pc:docMk/>
          <pc:sldMk cId="1252257208" sldId="324"/>
        </pc:sldMkLst>
        <pc:spChg chg="mod ord">
          <ac:chgData name="Hsia, Cheehong" userId="6bc27941-0d5a-4c11-8dfb-8bbe9da0911b" providerId="ADAL" clId="{5BE5096F-7F8C-496A-A13C-FF7D0CA7A6B4}" dt="2024-02-14T15:20:05.467" v="1059" actId="700"/>
          <ac:spMkLst>
            <pc:docMk/>
            <pc:sldMk cId="1252257208" sldId="324"/>
            <ac:spMk id="2" creationId="{509F87C3-07A1-0EDC-D899-CD15F645C37F}"/>
          </ac:spMkLst>
        </pc:spChg>
        <pc:spChg chg="mod ord">
          <ac:chgData name="Hsia, Cheehong" userId="6bc27941-0d5a-4c11-8dfb-8bbe9da0911b" providerId="ADAL" clId="{5BE5096F-7F8C-496A-A13C-FF7D0CA7A6B4}" dt="2024-02-14T15:20:05.467" v="1059" actId="700"/>
          <ac:spMkLst>
            <pc:docMk/>
            <pc:sldMk cId="1252257208" sldId="324"/>
            <ac:spMk id="3" creationId="{9B42B0F5-1A67-8C70-FDCF-4C93DB02E94F}"/>
          </ac:spMkLst>
        </pc:spChg>
        <pc:spChg chg="mod ord">
          <ac:chgData name="Hsia, Cheehong" userId="6bc27941-0d5a-4c11-8dfb-8bbe9da0911b" providerId="ADAL" clId="{5BE5096F-7F8C-496A-A13C-FF7D0CA7A6B4}" dt="2024-02-14T15:20:05.467" v="1059" actId="700"/>
          <ac:spMkLst>
            <pc:docMk/>
            <pc:sldMk cId="1252257208" sldId="324"/>
            <ac:spMk id="4" creationId="{AA1D8D56-7997-9149-E3C2-4243BC163909}"/>
          </ac:spMkLst>
        </pc:spChg>
        <pc:spChg chg="mod ord">
          <ac:chgData name="Hsia, Cheehong" userId="6bc27941-0d5a-4c11-8dfb-8bbe9da0911b" providerId="ADAL" clId="{5BE5096F-7F8C-496A-A13C-FF7D0CA7A6B4}" dt="2024-02-14T15:20:05.467" v="1059" actId="700"/>
          <ac:spMkLst>
            <pc:docMk/>
            <pc:sldMk cId="1252257208" sldId="324"/>
            <ac:spMk id="5" creationId="{B975B983-7343-8A2D-4201-2198F0BCF4D0}"/>
          </ac:spMkLst>
        </pc:spChg>
      </pc:sldChg>
      <pc:sldChg chg="modSp add mod modClrScheme chgLayout">
        <pc:chgData name="Hsia, Cheehong" userId="6bc27941-0d5a-4c11-8dfb-8bbe9da0911b" providerId="ADAL" clId="{5BE5096F-7F8C-496A-A13C-FF7D0CA7A6B4}" dt="2024-02-14T15:20:33.361" v="1067" actId="700"/>
        <pc:sldMkLst>
          <pc:docMk/>
          <pc:sldMk cId="1151322812" sldId="325"/>
        </pc:sldMkLst>
        <pc:spChg chg="mod ord">
          <ac:chgData name="Hsia, Cheehong" userId="6bc27941-0d5a-4c11-8dfb-8bbe9da0911b" providerId="ADAL" clId="{5BE5096F-7F8C-496A-A13C-FF7D0CA7A6B4}" dt="2024-02-14T15:20:33.361" v="1067" actId="700"/>
          <ac:spMkLst>
            <pc:docMk/>
            <pc:sldMk cId="1151322812" sldId="325"/>
            <ac:spMk id="2" creationId="{509F87C3-07A1-0EDC-D899-CD15F645C37F}"/>
          </ac:spMkLst>
        </pc:spChg>
        <pc:spChg chg="mod ord">
          <ac:chgData name="Hsia, Cheehong" userId="6bc27941-0d5a-4c11-8dfb-8bbe9da0911b" providerId="ADAL" clId="{5BE5096F-7F8C-496A-A13C-FF7D0CA7A6B4}" dt="2024-02-14T15:20:33.361" v="1067" actId="700"/>
          <ac:spMkLst>
            <pc:docMk/>
            <pc:sldMk cId="1151322812" sldId="325"/>
            <ac:spMk id="3" creationId="{9B42B0F5-1A67-8C70-FDCF-4C93DB02E94F}"/>
          </ac:spMkLst>
        </pc:spChg>
        <pc:spChg chg="mod ord">
          <ac:chgData name="Hsia, Cheehong" userId="6bc27941-0d5a-4c11-8dfb-8bbe9da0911b" providerId="ADAL" clId="{5BE5096F-7F8C-496A-A13C-FF7D0CA7A6B4}" dt="2024-02-14T15:20:33.361" v="1067" actId="700"/>
          <ac:spMkLst>
            <pc:docMk/>
            <pc:sldMk cId="1151322812" sldId="325"/>
            <ac:spMk id="4" creationId="{AA1D8D56-7997-9149-E3C2-4243BC163909}"/>
          </ac:spMkLst>
        </pc:spChg>
        <pc:spChg chg="mod ord">
          <ac:chgData name="Hsia, Cheehong" userId="6bc27941-0d5a-4c11-8dfb-8bbe9da0911b" providerId="ADAL" clId="{5BE5096F-7F8C-496A-A13C-FF7D0CA7A6B4}" dt="2024-02-14T15:20:33.361" v="1067" actId="700"/>
          <ac:spMkLst>
            <pc:docMk/>
            <pc:sldMk cId="1151322812" sldId="325"/>
            <ac:spMk id="5" creationId="{B975B983-7343-8A2D-4201-2198F0BCF4D0}"/>
          </ac:spMkLst>
        </pc:spChg>
      </pc:sldChg>
      <pc:sldChg chg="modSp add mod modClrScheme chgLayout">
        <pc:chgData name="Hsia, Cheehong" userId="6bc27941-0d5a-4c11-8dfb-8bbe9da0911b" providerId="ADAL" clId="{5BE5096F-7F8C-496A-A13C-FF7D0CA7A6B4}" dt="2024-02-14T15:21:09.600" v="1079" actId="700"/>
        <pc:sldMkLst>
          <pc:docMk/>
          <pc:sldMk cId="2954588375" sldId="326"/>
        </pc:sldMkLst>
        <pc:spChg chg="mod ord">
          <ac:chgData name="Hsia, Cheehong" userId="6bc27941-0d5a-4c11-8dfb-8bbe9da0911b" providerId="ADAL" clId="{5BE5096F-7F8C-496A-A13C-FF7D0CA7A6B4}" dt="2024-02-14T15:21:09.600" v="1079" actId="700"/>
          <ac:spMkLst>
            <pc:docMk/>
            <pc:sldMk cId="2954588375" sldId="326"/>
            <ac:spMk id="2" creationId="{66890E70-EDB5-4D8C-2B4F-029FA9E51D4E}"/>
          </ac:spMkLst>
        </pc:spChg>
        <pc:spChg chg="mod ord">
          <ac:chgData name="Hsia, Cheehong" userId="6bc27941-0d5a-4c11-8dfb-8bbe9da0911b" providerId="ADAL" clId="{5BE5096F-7F8C-496A-A13C-FF7D0CA7A6B4}" dt="2024-02-14T15:21:09.600" v="1079" actId="700"/>
          <ac:spMkLst>
            <pc:docMk/>
            <pc:sldMk cId="2954588375" sldId="326"/>
            <ac:spMk id="3" creationId="{0E733FD9-82CF-FCB7-F012-0EAA939C393E}"/>
          </ac:spMkLst>
        </pc:spChg>
        <pc:spChg chg="mod ord">
          <ac:chgData name="Hsia, Cheehong" userId="6bc27941-0d5a-4c11-8dfb-8bbe9da0911b" providerId="ADAL" clId="{5BE5096F-7F8C-496A-A13C-FF7D0CA7A6B4}" dt="2024-02-14T15:21:09.600" v="1079" actId="700"/>
          <ac:spMkLst>
            <pc:docMk/>
            <pc:sldMk cId="2954588375" sldId="326"/>
            <ac:spMk id="4" creationId="{F978620C-B722-98CC-0FA2-E22F5047512F}"/>
          </ac:spMkLst>
        </pc:spChg>
        <pc:spChg chg="mod ord">
          <ac:chgData name="Hsia, Cheehong" userId="6bc27941-0d5a-4c11-8dfb-8bbe9da0911b" providerId="ADAL" clId="{5BE5096F-7F8C-496A-A13C-FF7D0CA7A6B4}" dt="2024-02-14T15:21:09.600" v="1079" actId="700"/>
          <ac:spMkLst>
            <pc:docMk/>
            <pc:sldMk cId="2954588375" sldId="326"/>
            <ac:spMk id="5" creationId="{CC5FDBA6-3880-4279-5835-037270B656BC}"/>
          </ac:spMkLst>
        </pc:spChg>
      </pc:sldChg>
      <pc:sldChg chg="modSp add mod modClrScheme chgLayout">
        <pc:chgData name="Hsia, Cheehong" userId="6bc27941-0d5a-4c11-8dfb-8bbe9da0911b" providerId="ADAL" clId="{5BE5096F-7F8C-496A-A13C-FF7D0CA7A6B4}" dt="2024-02-14T15:21:44.233" v="1090" actId="700"/>
        <pc:sldMkLst>
          <pc:docMk/>
          <pc:sldMk cId="397487342" sldId="327"/>
        </pc:sldMkLst>
        <pc:spChg chg="mod ord">
          <ac:chgData name="Hsia, Cheehong" userId="6bc27941-0d5a-4c11-8dfb-8bbe9da0911b" providerId="ADAL" clId="{5BE5096F-7F8C-496A-A13C-FF7D0CA7A6B4}" dt="2024-02-14T15:21:44.233" v="1090" actId="700"/>
          <ac:spMkLst>
            <pc:docMk/>
            <pc:sldMk cId="397487342" sldId="327"/>
            <ac:spMk id="2" creationId="{66890E70-EDB5-4D8C-2B4F-029FA9E51D4E}"/>
          </ac:spMkLst>
        </pc:spChg>
        <pc:spChg chg="mod ord">
          <ac:chgData name="Hsia, Cheehong" userId="6bc27941-0d5a-4c11-8dfb-8bbe9da0911b" providerId="ADAL" clId="{5BE5096F-7F8C-496A-A13C-FF7D0CA7A6B4}" dt="2024-02-14T15:21:44.233" v="1090" actId="700"/>
          <ac:spMkLst>
            <pc:docMk/>
            <pc:sldMk cId="397487342" sldId="327"/>
            <ac:spMk id="3" creationId="{0E733FD9-82CF-FCB7-F012-0EAA939C393E}"/>
          </ac:spMkLst>
        </pc:spChg>
        <pc:spChg chg="mod ord">
          <ac:chgData name="Hsia, Cheehong" userId="6bc27941-0d5a-4c11-8dfb-8bbe9da0911b" providerId="ADAL" clId="{5BE5096F-7F8C-496A-A13C-FF7D0CA7A6B4}" dt="2024-02-14T15:21:44.233" v="1090" actId="700"/>
          <ac:spMkLst>
            <pc:docMk/>
            <pc:sldMk cId="397487342" sldId="327"/>
            <ac:spMk id="4" creationId="{F978620C-B722-98CC-0FA2-E22F5047512F}"/>
          </ac:spMkLst>
        </pc:spChg>
        <pc:spChg chg="mod ord">
          <ac:chgData name="Hsia, Cheehong" userId="6bc27941-0d5a-4c11-8dfb-8bbe9da0911b" providerId="ADAL" clId="{5BE5096F-7F8C-496A-A13C-FF7D0CA7A6B4}" dt="2024-02-14T15:21:44.233" v="1090" actId="700"/>
          <ac:spMkLst>
            <pc:docMk/>
            <pc:sldMk cId="397487342" sldId="327"/>
            <ac:spMk id="5" creationId="{CC5FDBA6-3880-4279-5835-037270B656BC}"/>
          </ac:spMkLst>
        </pc:spChg>
      </pc:sldChg>
      <pc:sldChg chg="modSp add mod modClrScheme chgLayout">
        <pc:chgData name="Hsia, Cheehong" userId="6bc27941-0d5a-4c11-8dfb-8bbe9da0911b" providerId="ADAL" clId="{5BE5096F-7F8C-496A-A13C-FF7D0CA7A6B4}" dt="2024-02-14T15:49:37.961" v="1640" actId="20577"/>
        <pc:sldMkLst>
          <pc:docMk/>
          <pc:sldMk cId="3775546726" sldId="328"/>
        </pc:sldMkLst>
        <pc:spChg chg="mod ord">
          <ac:chgData name="Hsia, Cheehong" userId="6bc27941-0d5a-4c11-8dfb-8bbe9da0911b" providerId="ADAL" clId="{5BE5096F-7F8C-496A-A13C-FF7D0CA7A6B4}" dt="2024-02-14T15:49:37.961" v="1640" actId="20577"/>
          <ac:spMkLst>
            <pc:docMk/>
            <pc:sldMk cId="3775546726" sldId="328"/>
            <ac:spMk id="2" creationId="{66890E70-EDB5-4D8C-2B4F-029FA9E51D4E}"/>
          </ac:spMkLst>
        </pc:spChg>
        <pc:spChg chg="mod ord">
          <ac:chgData name="Hsia, Cheehong" userId="6bc27941-0d5a-4c11-8dfb-8bbe9da0911b" providerId="ADAL" clId="{5BE5096F-7F8C-496A-A13C-FF7D0CA7A6B4}" dt="2024-02-14T15:22:13.964" v="1098" actId="700"/>
          <ac:spMkLst>
            <pc:docMk/>
            <pc:sldMk cId="3775546726" sldId="328"/>
            <ac:spMk id="3" creationId="{0E733FD9-82CF-FCB7-F012-0EAA939C393E}"/>
          </ac:spMkLst>
        </pc:spChg>
        <pc:spChg chg="mod ord">
          <ac:chgData name="Hsia, Cheehong" userId="6bc27941-0d5a-4c11-8dfb-8bbe9da0911b" providerId="ADAL" clId="{5BE5096F-7F8C-496A-A13C-FF7D0CA7A6B4}" dt="2024-02-14T15:22:13.964" v="1098" actId="700"/>
          <ac:spMkLst>
            <pc:docMk/>
            <pc:sldMk cId="3775546726" sldId="328"/>
            <ac:spMk id="4" creationId="{F978620C-B722-98CC-0FA2-E22F5047512F}"/>
          </ac:spMkLst>
        </pc:spChg>
        <pc:spChg chg="mod ord">
          <ac:chgData name="Hsia, Cheehong" userId="6bc27941-0d5a-4c11-8dfb-8bbe9da0911b" providerId="ADAL" clId="{5BE5096F-7F8C-496A-A13C-FF7D0CA7A6B4}" dt="2024-02-14T15:22:13.964" v="1098" actId="700"/>
          <ac:spMkLst>
            <pc:docMk/>
            <pc:sldMk cId="3775546726" sldId="328"/>
            <ac:spMk id="5" creationId="{CC5FDBA6-3880-4279-5835-037270B656BC}"/>
          </ac:spMkLst>
        </pc:spChg>
      </pc:sldChg>
      <pc:sldChg chg="modSp add mod modClrScheme chgLayout">
        <pc:chgData name="Hsia, Cheehong" userId="6bc27941-0d5a-4c11-8dfb-8bbe9da0911b" providerId="ADAL" clId="{5BE5096F-7F8C-496A-A13C-FF7D0CA7A6B4}" dt="2024-02-14T15:22:48.747" v="1106" actId="700"/>
        <pc:sldMkLst>
          <pc:docMk/>
          <pc:sldMk cId="192906094" sldId="329"/>
        </pc:sldMkLst>
        <pc:spChg chg="mod ord">
          <ac:chgData name="Hsia, Cheehong" userId="6bc27941-0d5a-4c11-8dfb-8bbe9da0911b" providerId="ADAL" clId="{5BE5096F-7F8C-496A-A13C-FF7D0CA7A6B4}" dt="2024-02-14T15:22:48.747" v="1106" actId="700"/>
          <ac:spMkLst>
            <pc:docMk/>
            <pc:sldMk cId="192906094" sldId="329"/>
            <ac:spMk id="2" creationId="{66890E70-EDB5-4D8C-2B4F-029FA9E51D4E}"/>
          </ac:spMkLst>
        </pc:spChg>
        <pc:spChg chg="mod ord">
          <ac:chgData name="Hsia, Cheehong" userId="6bc27941-0d5a-4c11-8dfb-8bbe9da0911b" providerId="ADAL" clId="{5BE5096F-7F8C-496A-A13C-FF7D0CA7A6B4}" dt="2024-02-14T15:22:48.747" v="1106" actId="700"/>
          <ac:spMkLst>
            <pc:docMk/>
            <pc:sldMk cId="192906094" sldId="329"/>
            <ac:spMk id="3" creationId="{0E733FD9-82CF-FCB7-F012-0EAA939C393E}"/>
          </ac:spMkLst>
        </pc:spChg>
        <pc:spChg chg="mod ord">
          <ac:chgData name="Hsia, Cheehong" userId="6bc27941-0d5a-4c11-8dfb-8bbe9da0911b" providerId="ADAL" clId="{5BE5096F-7F8C-496A-A13C-FF7D0CA7A6B4}" dt="2024-02-14T15:22:48.747" v="1106" actId="700"/>
          <ac:spMkLst>
            <pc:docMk/>
            <pc:sldMk cId="192906094" sldId="329"/>
            <ac:spMk id="4" creationId="{F978620C-B722-98CC-0FA2-E22F5047512F}"/>
          </ac:spMkLst>
        </pc:spChg>
        <pc:spChg chg="mod ord">
          <ac:chgData name="Hsia, Cheehong" userId="6bc27941-0d5a-4c11-8dfb-8bbe9da0911b" providerId="ADAL" clId="{5BE5096F-7F8C-496A-A13C-FF7D0CA7A6B4}" dt="2024-02-14T15:22:48.747" v="1106" actId="700"/>
          <ac:spMkLst>
            <pc:docMk/>
            <pc:sldMk cId="192906094" sldId="329"/>
            <ac:spMk id="5" creationId="{CC5FDBA6-3880-4279-5835-037270B656BC}"/>
          </ac:spMkLst>
        </pc:spChg>
      </pc:sldChg>
      <pc:sldChg chg="modSp add mod modClrScheme chgLayout">
        <pc:chgData name="Hsia, Cheehong" userId="6bc27941-0d5a-4c11-8dfb-8bbe9da0911b" providerId="ADAL" clId="{5BE5096F-7F8C-496A-A13C-FF7D0CA7A6B4}" dt="2024-02-14T15:23:11.155" v="1113" actId="700"/>
        <pc:sldMkLst>
          <pc:docMk/>
          <pc:sldMk cId="727514259" sldId="330"/>
        </pc:sldMkLst>
        <pc:spChg chg="mod ord">
          <ac:chgData name="Hsia, Cheehong" userId="6bc27941-0d5a-4c11-8dfb-8bbe9da0911b" providerId="ADAL" clId="{5BE5096F-7F8C-496A-A13C-FF7D0CA7A6B4}" dt="2024-02-14T15:23:11.155" v="1113" actId="700"/>
          <ac:spMkLst>
            <pc:docMk/>
            <pc:sldMk cId="727514259" sldId="330"/>
            <ac:spMk id="2" creationId="{66890E70-EDB5-4D8C-2B4F-029FA9E51D4E}"/>
          </ac:spMkLst>
        </pc:spChg>
        <pc:spChg chg="mod ord">
          <ac:chgData name="Hsia, Cheehong" userId="6bc27941-0d5a-4c11-8dfb-8bbe9da0911b" providerId="ADAL" clId="{5BE5096F-7F8C-496A-A13C-FF7D0CA7A6B4}" dt="2024-02-14T15:23:11.155" v="1113" actId="700"/>
          <ac:spMkLst>
            <pc:docMk/>
            <pc:sldMk cId="727514259" sldId="330"/>
            <ac:spMk id="3" creationId="{0E733FD9-82CF-FCB7-F012-0EAA939C393E}"/>
          </ac:spMkLst>
        </pc:spChg>
        <pc:spChg chg="mod ord">
          <ac:chgData name="Hsia, Cheehong" userId="6bc27941-0d5a-4c11-8dfb-8bbe9da0911b" providerId="ADAL" clId="{5BE5096F-7F8C-496A-A13C-FF7D0CA7A6B4}" dt="2024-02-14T15:23:11.155" v="1113" actId="700"/>
          <ac:spMkLst>
            <pc:docMk/>
            <pc:sldMk cId="727514259" sldId="330"/>
            <ac:spMk id="4" creationId="{F978620C-B722-98CC-0FA2-E22F5047512F}"/>
          </ac:spMkLst>
        </pc:spChg>
        <pc:spChg chg="mod ord">
          <ac:chgData name="Hsia, Cheehong" userId="6bc27941-0d5a-4c11-8dfb-8bbe9da0911b" providerId="ADAL" clId="{5BE5096F-7F8C-496A-A13C-FF7D0CA7A6B4}" dt="2024-02-14T15:23:11.155" v="1113" actId="700"/>
          <ac:spMkLst>
            <pc:docMk/>
            <pc:sldMk cId="727514259" sldId="330"/>
            <ac:spMk id="5" creationId="{CC5FDBA6-3880-4279-5835-037270B656BC}"/>
          </ac:spMkLst>
        </pc:spChg>
      </pc:sldChg>
      <pc:sldChg chg="modSp add mod modClrScheme chgLayout">
        <pc:chgData name="Hsia, Cheehong" userId="6bc27941-0d5a-4c11-8dfb-8bbe9da0911b" providerId="ADAL" clId="{5BE5096F-7F8C-496A-A13C-FF7D0CA7A6B4}" dt="2024-02-14T15:24:02.325" v="1124" actId="700"/>
        <pc:sldMkLst>
          <pc:docMk/>
          <pc:sldMk cId="3785406611" sldId="331"/>
        </pc:sldMkLst>
        <pc:spChg chg="mod ord">
          <ac:chgData name="Hsia, Cheehong" userId="6bc27941-0d5a-4c11-8dfb-8bbe9da0911b" providerId="ADAL" clId="{5BE5096F-7F8C-496A-A13C-FF7D0CA7A6B4}" dt="2024-02-14T15:24:02.325" v="1124" actId="700"/>
          <ac:spMkLst>
            <pc:docMk/>
            <pc:sldMk cId="3785406611" sldId="331"/>
            <ac:spMk id="2" creationId="{AD90CEB0-783B-5FA4-1028-D4B692C5B2CE}"/>
          </ac:spMkLst>
        </pc:spChg>
        <pc:spChg chg="mod ord">
          <ac:chgData name="Hsia, Cheehong" userId="6bc27941-0d5a-4c11-8dfb-8bbe9da0911b" providerId="ADAL" clId="{5BE5096F-7F8C-496A-A13C-FF7D0CA7A6B4}" dt="2024-02-14T15:24:02.325" v="1124" actId="700"/>
          <ac:spMkLst>
            <pc:docMk/>
            <pc:sldMk cId="3785406611" sldId="331"/>
            <ac:spMk id="3" creationId="{11925C94-7DB2-3EEF-C390-EA8A563BE132}"/>
          </ac:spMkLst>
        </pc:spChg>
        <pc:spChg chg="mod ord">
          <ac:chgData name="Hsia, Cheehong" userId="6bc27941-0d5a-4c11-8dfb-8bbe9da0911b" providerId="ADAL" clId="{5BE5096F-7F8C-496A-A13C-FF7D0CA7A6B4}" dt="2024-02-14T15:24:02.325" v="1124" actId="700"/>
          <ac:spMkLst>
            <pc:docMk/>
            <pc:sldMk cId="3785406611" sldId="331"/>
            <ac:spMk id="4" creationId="{3859056E-FEDA-2D8C-90B8-7DB995ECB8A4}"/>
          </ac:spMkLst>
        </pc:spChg>
        <pc:spChg chg="mod ord">
          <ac:chgData name="Hsia, Cheehong" userId="6bc27941-0d5a-4c11-8dfb-8bbe9da0911b" providerId="ADAL" clId="{5BE5096F-7F8C-496A-A13C-FF7D0CA7A6B4}" dt="2024-02-14T15:24:02.325" v="1124" actId="700"/>
          <ac:spMkLst>
            <pc:docMk/>
            <pc:sldMk cId="3785406611" sldId="331"/>
            <ac:spMk id="5" creationId="{1D8E0DE9-59C5-51BC-C26E-CD16F2ECED89}"/>
          </ac:spMkLst>
        </pc:spChg>
      </pc:sldChg>
      <pc:sldChg chg="modSp add mod modClrScheme chgLayout">
        <pc:chgData name="Hsia, Cheehong" userId="6bc27941-0d5a-4c11-8dfb-8bbe9da0911b" providerId="ADAL" clId="{5BE5096F-7F8C-496A-A13C-FF7D0CA7A6B4}" dt="2024-02-14T15:24:31.123" v="1134" actId="700"/>
        <pc:sldMkLst>
          <pc:docMk/>
          <pc:sldMk cId="3728195757" sldId="332"/>
        </pc:sldMkLst>
        <pc:spChg chg="mod ord">
          <ac:chgData name="Hsia, Cheehong" userId="6bc27941-0d5a-4c11-8dfb-8bbe9da0911b" providerId="ADAL" clId="{5BE5096F-7F8C-496A-A13C-FF7D0CA7A6B4}" dt="2024-02-14T15:24:31.123" v="1134" actId="700"/>
          <ac:spMkLst>
            <pc:docMk/>
            <pc:sldMk cId="3728195757" sldId="332"/>
            <ac:spMk id="2" creationId="{AD90CEB0-783B-5FA4-1028-D4B692C5B2CE}"/>
          </ac:spMkLst>
        </pc:spChg>
        <pc:spChg chg="mod ord">
          <ac:chgData name="Hsia, Cheehong" userId="6bc27941-0d5a-4c11-8dfb-8bbe9da0911b" providerId="ADAL" clId="{5BE5096F-7F8C-496A-A13C-FF7D0CA7A6B4}" dt="2024-02-14T15:24:31.123" v="1134" actId="700"/>
          <ac:spMkLst>
            <pc:docMk/>
            <pc:sldMk cId="3728195757" sldId="332"/>
            <ac:spMk id="3" creationId="{11925C94-7DB2-3EEF-C390-EA8A563BE132}"/>
          </ac:spMkLst>
        </pc:spChg>
        <pc:spChg chg="mod ord">
          <ac:chgData name="Hsia, Cheehong" userId="6bc27941-0d5a-4c11-8dfb-8bbe9da0911b" providerId="ADAL" clId="{5BE5096F-7F8C-496A-A13C-FF7D0CA7A6B4}" dt="2024-02-14T15:24:31.123" v="1134" actId="700"/>
          <ac:spMkLst>
            <pc:docMk/>
            <pc:sldMk cId="3728195757" sldId="332"/>
            <ac:spMk id="4" creationId="{3859056E-FEDA-2D8C-90B8-7DB995ECB8A4}"/>
          </ac:spMkLst>
        </pc:spChg>
        <pc:spChg chg="mod ord">
          <ac:chgData name="Hsia, Cheehong" userId="6bc27941-0d5a-4c11-8dfb-8bbe9da0911b" providerId="ADAL" clId="{5BE5096F-7F8C-496A-A13C-FF7D0CA7A6B4}" dt="2024-02-14T15:24:31.123" v="1134" actId="700"/>
          <ac:spMkLst>
            <pc:docMk/>
            <pc:sldMk cId="3728195757" sldId="332"/>
            <ac:spMk id="5" creationId="{1D8E0DE9-59C5-51BC-C26E-CD16F2ECED89}"/>
          </ac:spMkLst>
        </pc:spChg>
      </pc:sldChg>
      <pc:sldChg chg="modSp add mod modClrScheme chgLayout">
        <pc:chgData name="Hsia, Cheehong" userId="6bc27941-0d5a-4c11-8dfb-8bbe9da0911b" providerId="ADAL" clId="{5BE5096F-7F8C-496A-A13C-FF7D0CA7A6B4}" dt="2024-02-14T15:25:03.031" v="1144" actId="700"/>
        <pc:sldMkLst>
          <pc:docMk/>
          <pc:sldMk cId="1070377419" sldId="333"/>
        </pc:sldMkLst>
        <pc:spChg chg="mod ord">
          <ac:chgData name="Hsia, Cheehong" userId="6bc27941-0d5a-4c11-8dfb-8bbe9da0911b" providerId="ADAL" clId="{5BE5096F-7F8C-496A-A13C-FF7D0CA7A6B4}" dt="2024-02-14T15:25:03.031" v="1144" actId="700"/>
          <ac:spMkLst>
            <pc:docMk/>
            <pc:sldMk cId="1070377419" sldId="333"/>
            <ac:spMk id="2" creationId="{AD90CEB0-783B-5FA4-1028-D4B692C5B2CE}"/>
          </ac:spMkLst>
        </pc:spChg>
        <pc:spChg chg="mod ord">
          <ac:chgData name="Hsia, Cheehong" userId="6bc27941-0d5a-4c11-8dfb-8bbe9da0911b" providerId="ADAL" clId="{5BE5096F-7F8C-496A-A13C-FF7D0CA7A6B4}" dt="2024-02-14T15:25:03.031" v="1144" actId="700"/>
          <ac:spMkLst>
            <pc:docMk/>
            <pc:sldMk cId="1070377419" sldId="333"/>
            <ac:spMk id="3" creationId="{11925C94-7DB2-3EEF-C390-EA8A563BE132}"/>
          </ac:spMkLst>
        </pc:spChg>
        <pc:spChg chg="mod ord">
          <ac:chgData name="Hsia, Cheehong" userId="6bc27941-0d5a-4c11-8dfb-8bbe9da0911b" providerId="ADAL" clId="{5BE5096F-7F8C-496A-A13C-FF7D0CA7A6B4}" dt="2024-02-14T15:25:03.031" v="1144" actId="700"/>
          <ac:spMkLst>
            <pc:docMk/>
            <pc:sldMk cId="1070377419" sldId="333"/>
            <ac:spMk id="4" creationId="{3859056E-FEDA-2D8C-90B8-7DB995ECB8A4}"/>
          </ac:spMkLst>
        </pc:spChg>
        <pc:spChg chg="mod ord">
          <ac:chgData name="Hsia, Cheehong" userId="6bc27941-0d5a-4c11-8dfb-8bbe9da0911b" providerId="ADAL" clId="{5BE5096F-7F8C-496A-A13C-FF7D0CA7A6B4}" dt="2024-02-14T15:25:03.031" v="1144" actId="700"/>
          <ac:spMkLst>
            <pc:docMk/>
            <pc:sldMk cId="1070377419" sldId="333"/>
            <ac:spMk id="5" creationId="{1D8E0DE9-59C5-51BC-C26E-CD16F2ECED89}"/>
          </ac:spMkLst>
        </pc:spChg>
      </pc:sldChg>
      <pc:sldChg chg="modSp add mod modClrScheme chgLayout">
        <pc:chgData name="Hsia, Cheehong" userId="6bc27941-0d5a-4c11-8dfb-8bbe9da0911b" providerId="ADAL" clId="{5BE5096F-7F8C-496A-A13C-FF7D0CA7A6B4}" dt="2024-02-14T15:25:22.883" v="1151" actId="700"/>
        <pc:sldMkLst>
          <pc:docMk/>
          <pc:sldMk cId="3134009850" sldId="334"/>
        </pc:sldMkLst>
        <pc:spChg chg="mod ord">
          <ac:chgData name="Hsia, Cheehong" userId="6bc27941-0d5a-4c11-8dfb-8bbe9da0911b" providerId="ADAL" clId="{5BE5096F-7F8C-496A-A13C-FF7D0CA7A6B4}" dt="2024-02-14T15:25:22.883" v="1151" actId="700"/>
          <ac:spMkLst>
            <pc:docMk/>
            <pc:sldMk cId="3134009850" sldId="334"/>
            <ac:spMk id="2" creationId="{AD90CEB0-783B-5FA4-1028-D4B692C5B2CE}"/>
          </ac:spMkLst>
        </pc:spChg>
        <pc:spChg chg="mod ord">
          <ac:chgData name="Hsia, Cheehong" userId="6bc27941-0d5a-4c11-8dfb-8bbe9da0911b" providerId="ADAL" clId="{5BE5096F-7F8C-496A-A13C-FF7D0CA7A6B4}" dt="2024-02-14T15:25:22.883" v="1151" actId="700"/>
          <ac:spMkLst>
            <pc:docMk/>
            <pc:sldMk cId="3134009850" sldId="334"/>
            <ac:spMk id="3" creationId="{11925C94-7DB2-3EEF-C390-EA8A563BE132}"/>
          </ac:spMkLst>
        </pc:spChg>
        <pc:spChg chg="mod ord">
          <ac:chgData name="Hsia, Cheehong" userId="6bc27941-0d5a-4c11-8dfb-8bbe9da0911b" providerId="ADAL" clId="{5BE5096F-7F8C-496A-A13C-FF7D0CA7A6B4}" dt="2024-02-14T15:25:22.883" v="1151" actId="700"/>
          <ac:spMkLst>
            <pc:docMk/>
            <pc:sldMk cId="3134009850" sldId="334"/>
            <ac:spMk id="4" creationId="{3859056E-FEDA-2D8C-90B8-7DB995ECB8A4}"/>
          </ac:spMkLst>
        </pc:spChg>
        <pc:spChg chg="mod ord">
          <ac:chgData name="Hsia, Cheehong" userId="6bc27941-0d5a-4c11-8dfb-8bbe9da0911b" providerId="ADAL" clId="{5BE5096F-7F8C-496A-A13C-FF7D0CA7A6B4}" dt="2024-02-14T15:25:22.883" v="1151" actId="700"/>
          <ac:spMkLst>
            <pc:docMk/>
            <pc:sldMk cId="3134009850" sldId="334"/>
            <ac:spMk id="5" creationId="{1D8E0DE9-59C5-51BC-C26E-CD16F2ECED89}"/>
          </ac:spMkLst>
        </pc:spChg>
      </pc:sldChg>
      <pc:sldChg chg="modSp add mod modClrScheme chgLayout">
        <pc:chgData name="Hsia, Cheehong" userId="6bc27941-0d5a-4c11-8dfb-8bbe9da0911b" providerId="ADAL" clId="{5BE5096F-7F8C-496A-A13C-FF7D0CA7A6B4}" dt="2024-02-14T15:25:46.858" v="1159" actId="700"/>
        <pc:sldMkLst>
          <pc:docMk/>
          <pc:sldMk cId="2446414719" sldId="335"/>
        </pc:sldMkLst>
        <pc:spChg chg="mod ord">
          <ac:chgData name="Hsia, Cheehong" userId="6bc27941-0d5a-4c11-8dfb-8bbe9da0911b" providerId="ADAL" clId="{5BE5096F-7F8C-496A-A13C-FF7D0CA7A6B4}" dt="2024-02-14T15:25:46.858" v="1159" actId="700"/>
          <ac:spMkLst>
            <pc:docMk/>
            <pc:sldMk cId="2446414719" sldId="335"/>
            <ac:spMk id="2" creationId="{AD90CEB0-783B-5FA4-1028-D4B692C5B2CE}"/>
          </ac:spMkLst>
        </pc:spChg>
        <pc:spChg chg="mod ord">
          <ac:chgData name="Hsia, Cheehong" userId="6bc27941-0d5a-4c11-8dfb-8bbe9da0911b" providerId="ADAL" clId="{5BE5096F-7F8C-496A-A13C-FF7D0CA7A6B4}" dt="2024-02-14T15:25:46.858" v="1159" actId="700"/>
          <ac:spMkLst>
            <pc:docMk/>
            <pc:sldMk cId="2446414719" sldId="335"/>
            <ac:spMk id="3" creationId="{11925C94-7DB2-3EEF-C390-EA8A563BE132}"/>
          </ac:spMkLst>
        </pc:spChg>
        <pc:spChg chg="mod ord">
          <ac:chgData name="Hsia, Cheehong" userId="6bc27941-0d5a-4c11-8dfb-8bbe9da0911b" providerId="ADAL" clId="{5BE5096F-7F8C-496A-A13C-FF7D0CA7A6B4}" dt="2024-02-14T15:25:46.858" v="1159" actId="700"/>
          <ac:spMkLst>
            <pc:docMk/>
            <pc:sldMk cId="2446414719" sldId="335"/>
            <ac:spMk id="4" creationId="{3859056E-FEDA-2D8C-90B8-7DB995ECB8A4}"/>
          </ac:spMkLst>
        </pc:spChg>
        <pc:spChg chg="mod ord">
          <ac:chgData name="Hsia, Cheehong" userId="6bc27941-0d5a-4c11-8dfb-8bbe9da0911b" providerId="ADAL" clId="{5BE5096F-7F8C-496A-A13C-FF7D0CA7A6B4}" dt="2024-02-14T15:25:46.858" v="1159" actId="700"/>
          <ac:spMkLst>
            <pc:docMk/>
            <pc:sldMk cId="2446414719" sldId="335"/>
            <ac:spMk id="5" creationId="{1D8E0DE9-59C5-51BC-C26E-CD16F2ECED89}"/>
          </ac:spMkLst>
        </pc:spChg>
      </pc:sldChg>
      <pc:sldChg chg="modSp add mod modClrScheme chgLayout">
        <pc:chgData name="Hsia, Cheehong" userId="6bc27941-0d5a-4c11-8dfb-8bbe9da0911b" providerId="ADAL" clId="{5BE5096F-7F8C-496A-A13C-FF7D0CA7A6B4}" dt="2024-02-14T15:26:21.452" v="1169" actId="700"/>
        <pc:sldMkLst>
          <pc:docMk/>
          <pc:sldMk cId="2718256781" sldId="336"/>
        </pc:sldMkLst>
        <pc:spChg chg="mod ord">
          <ac:chgData name="Hsia, Cheehong" userId="6bc27941-0d5a-4c11-8dfb-8bbe9da0911b" providerId="ADAL" clId="{5BE5096F-7F8C-496A-A13C-FF7D0CA7A6B4}" dt="2024-02-14T15:26:21.452" v="1169" actId="700"/>
          <ac:spMkLst>
            <pc:docMk/>
            <pc:sldMk cId="2718256781" sldId="336"/>
            <ac:spMk id="2" creationId="{9024BA51-C630-BA2A-58B6-69F9BB6816A0}"/>
          </ac:spMkLst>
        </pc:spChg>
        <pc:spChg chg="mod ord">
          <ac:chgData name="Hsia, Cheehong" userId="6bc27941-0d5a-4c11-8dfb-8bbe9da0911b" providerId="ADAL" clId="{5BE5096F-7F8C-496A-A13C-FF7D0CA7A6B4}" dt="2024-02-14T15:26:21.452" v="1169" actId="700"/>
          <ac:spMkLst>
            <pc:docMk/>
            <pc:sldMk cId="2718256781" sldId="336"/>
            <ac:spMk id="3" creationId="{2077BF95-1F9E-AA05-3D0B-83E184AA9C48}"/>
          </ac:spMkLst>
        </pc:spChg>
        <pc:spChg chg="mod ord">
          <ac:chgData name="Hsia, Cheehong" userId="6bc27941-0d5a-4c11-8dfb-8bbe9da0911b" providerId="ADAL" clId="{5BE5096F-7F8C-496A-A13C-FF7D0CA7A6B4}" dt="2024-02-14T15:26:21.452" v="1169" actId="700"/>
          <ac:spMkLst>
            <pc:docMk/>
            <pc:sldMk cId="2718256781" sldId="336"/>
            <ac:spMk id="4" creationId="{8946D5DF-DDC9-DF42-4883-DA9549CF8DE5}"/>
          </ac:spMkLst>
        </pc:spChg>
        <pc:spChg chg="mod ord">
          <ac:chgData name="Hsia, Cheehong" userId="6bc27941-0d5a-4c11-8dfb-8bbe9da0911b" providerId="ADAL" clId="{5BE5096F-7F8C-496A-A13C-FF7D0CA7A6B4}" dt="2024-02-14T15:26:21.452" v="1169" actId="700"/>
          <ac:spMkLst>
            <pc:docMk/>
            <pc:sldMk cId="2718256781" sldId="336"/>
            <ac:spMk id="5" creationId="{860EF69F-79FC-8315-A261-A0DDABAAA234}"/>
          </ac:spMkLst>
        </pc:spChg>
      </pc:sldChg>
      <pc:sldChg chg="modSp add mod modClrScheme chgLayout">
        <pc:chgData name="Hsia, Cheehong" userId="6bc27941-0d5a-4c11-8dfb-8bbe9da0911b" providerId="ADAL" clId="{5BE5096F-7F8C-496A-A13C-FF7D0CA7A6B4}" dt="2024-02-14T15:26:43.457" v="1178" actId="700"/>
        <pc:sldMkLst>
          <pc:docMk/>
          <pc:sldMk cId="116660721" sldId="337"/>
        </pc:sldMkLst>
        <pc:spChg chg="mod ord">
          <ac:chgData name="Hsia, Cheehong" userId="6bc27941-0d5a-4c11-8dfb-8bbe9da0911b" providerId="ADAL" clId="{5BE5096F-7F8C-496A-A13C-FF7D0CA7A6B4}" dt="2024-02-14T15:26:43.457" v="1178" actId="700"/>
          <ac:spMkLst>
            <pc:docMk/>
            <pc:sldMk cId="116660721" sldId="337"/>
            <ac:spMk id="2" creationId="{9024BA51-C630-BA2A-58B6-69F9BB6816A0}"/>
          </ac:spMkLst>
        </pc:spChg>
        <pc:spChg chg="mod ord">
          <ac:chgData name="Hsia, Cheehong" userId="6bc27941-0d5a-4c11-8dfb-8bbe9da0911b" providerId="ADAL" clId="{5BE5096F-7F8C-496A-A13C-FF7D0CA7A6B4}" dt="2024-02-14T15:26:43.457" v="1178" actId="700"/>
          <ac:spMkLst>
            <pc:docMk/>
            <pc:sldMk cId="116660721" sldId="337"/>
            <ac:spMk id="3" creationId="{2077BF95-1F9E-AA05-3D0B-83E184AA9C48}"/>
          </ac:spMkLst>
        </pc:spChg>
        <pc:spChg chg="mod ord">
          <ac:chgData name="Hsia, Cheehong" userId="6bc27941-0d5a-4c11-8dfb-8bbe9da0911b" providerId="ADAL" clId="{5BE5096F-7F8C-496A-A13C-FF7D0CA7A6B4}" dt="2024-02-14T15:26:43.457" v="1178" actId="700"/>
          <ac:spMkLst>
            <pc:docMk/>
            <pc:sldMk cId="116660721" sldId="337"/>
            <ac:spMk id="4" creationId="{8946D5DF-DDC9-DF42-4883-DA9549CF8DE5}"/>
          </ac:spMkLst>
        </pc:spChg>
        <pc:spChg chg="mod ord">
          <ac:chgData name="Hsia, Cheehong" userId="6bc27941-0d5a-4c11-8dfb-8bbe9da0911b" providerId="ADAL" clId="{5BE5096F-7F8C-496A-A13C-FF7D0CA7A6B4}" dt="2024-02-14T15:26:43.457" v="1178" actId="700"/>
          <ac:spMkLst>
            <pc:docMk/>
            <pc:sldMk cId="116660721" sldId="337"/>
            <ac:spMk id="5" creationId="{860EF69F-79FC-8315-A261-A0DDABAAA234}"/>
          </ac:spMkLst>
        </pc:spChg>
      </pc:sldChg>
      <pc:sldChg chg="modSp add mod modClrScheme chgLayout">
        <pc:chgData name="Hsia, Cheehong" userId="6bc27941-0d5a-4c11-8dfb-8bbe9da0911b" providerId="ADAL" clId="{5BE5096F-7F8C-496A-A13C-FF7D0CA7A6B4}" dt="2024-02-14T15:28:03.924" v="1329" actId="700"/>
        <pc:sldMkLst>
          <pc:docMk/>
          <pc:sldMk cId="781062866" sldId="338"/>
        </pc:sldMkLst>
        <pc:spChg chg="mod ord">
          <ac:chgData name="Hsia, Cheehong" userId="6bc27941-0d5a-4c11-8dfb-8bbe9da0911b" providerId="ADAL" clId="{5BE5096F-7F8C-496A-A13C-FF7D0CA7A6B4}" dt="2024-02-14T15:28:03.924" v="1329" actId="700"/>
          <ac:spMkLst>
            <pc:docMk/>
            <pc:sldMk cId="781062866" sldId="338"/>
            <ac:spMk id="2" creationId="{9024BA51-C630-BA2A-58B6-69F9BB6816A0}"/>
          </ac:spMkLst>
        </pc:spChg>
        <pc:spChg chg="mod ord">
          <ac:chgData name="Hsia, Cheehong" userId="6bc27941-0d5a-4c11-8dfb-8bbe9da0911b" providerId="ADAL" clId="{5BE5096F-7F8C-496A-A13C-FF7D0CA7A6B4}" dt="2024-02-14T15:28:03.924" v="1329" actId="700"/>
          <ac:spMkLst>
            <pc:docMk/>
            <pc:sldMk cId="781062866" sldId="338"/>
            <ac:spMk id="3" creationId="{2077BF95-1F9E-AA05-3D0B-83E184AA9C48}"/>
          </ac:spMkLst>
        </pc:spChg>
        <pc:spChg chg="mod ord">
          <ac:chgData name="Hsia, Cheehong" userId="6bc27941-0d5a-4c11-8dfb-8bbe9da0911b" providerId="ADAL" clId="{5BE5096F-7F8C-496A-A13C-FF7D0CA7A6B4}" dt="2024-02-14T15:28:03.924" v="1329" actId="700"/>
          <ac:spMkLst>
            <pc:docMk/>
            <pc:sldMk cId="781062866" sldId="338"/>
            <ac:spMk id="4" creationId="{8946D5DF-DDC9-DF42-4883-DA9549CF8DE5}"/>
          </ac:spMkLst>
        </pc:spChg>
        <pc:spChg chg="mod ord">
          <ac:chgData name="Hsia, Cheehong" userId="6bc27941-0d5a-4c11-8dfb-8bbe9da0911b" providerId="ADAL" clId="{5BE5096F-7F8C-496A-A13C-FF7D0CA7A6B4}" dt="2024-02-14T15:28:03.924" v="1329" actId="700"/>
          <ac:spMkLst>
            <pc:docMk/>
            <pc:sldMk cId="781062866" sldId="338"/>
            <ac:spMk id="5" creationId="{860EF69F-79FC-8315-A261-A0DDABAAA234}"/>
          </ac:spMkLst>
        </pc:spChg>
      </pc:sldChg>
      <pc:sldChg chg="modSp add mod modClrScheme chgLayout">
        <pc:chgData name="Hsia, Cheehong" userId="6bc27941-0d5a-4c11-8dfb-8bbe9da0911b" providerId="ADAL" clId="{5BE5096F-7F8C-496A-A13C-FF7D0CA7A6B4}" dt="2024-02-14T15:29:17.156" v="1486" actId="700"/>
        <pc:sldMkLst>
          <pc:docMk/>
          <pc:sldMk cId="3259217527" sldId="339"/>
        </pc:sldMkLst>
        <pc:spChg chg="mod ord">
          <ac:chgData name="Hsia, Cheehong" userId="6bc27941-0d5a-4c11-8dfb-8bbe9da0911b" providerId="ADAL" clId="{5BE5096F-7F8C-496A-A13C-FF7D0CA7A6B4}" dt="2024-02-14T15:29:17.156" v="1486" actId="700"/>
          <ac:spMkLst>
            <pc:docMk/>
            <pc:sldMk cId="3259217527" sldId="339"/>
            <ac:spMk id="2" creationId="{9024BA51-C630-BA2A-58B6-69F9BB6816A0}"/>
          </ac:spMkLst>
        </pc:spChg>
        <pc:spChg chg="mod ord">
          <ac:chgData name="Hsia, Cheehong" userId="6bc27941-0d5a-4c11-8dfb-8bbe9da0911b" providerId="ADAL" clId="{5BE5096F-7F8C-496A-A13C-FF7D0CA7A6B4}" dt="2024-02-14T15:29:17.156" v="1486" actId="700"/>
          <ac:spMkLst>
            <pc:docMk/>
            <pc:sldMk cId="3259217527" sldId="339"/>
            <ac:spMk id="3" creationId="{2077BF95-1F9E-AA05-3D0B-83E184AA9C48}"/>
          </ac:spMkLst>
        </pc:spChg>
        <pc:spChg chg="mod ord">
          <ac:chgData name="Hsia, Cheehong" userId="6bc27941-0d5a-4c11-8dfb-8bbe9da0911b" providerId="ADAL" clId="{5BE5096F-7F8C-496A-A13C-FF7D0CA7A6B4}" dt="2024-02-14T15:29:17.156" v="1486" actId="700"/>
          <ac:spMkLst>
            <pc:docMk/>
            <pc:sldMk cId="3259217527" sldId="339"/>
            <ac:spMk id="4" creationId="{8946D5DF-DDC9-DF42-4883-DA9549CF8DE5}"/>
          </ac:spMkLst>
        </pc:spChg>
        <pc:spChg chg="mod ord">
          <ac:chgData name="Hsia, Cheehong" userId="6bc27941-0d5a-4c11-8dfb-8bbe9da0911b" providerId="ADAL" clId="{5BE5096F-7F8C-496A-A13C-FF7D0CA7A6B4}" dt="2024-02-14T15:29:17.156" v="1486" actId="700"/>
          <ac:spMkLst>
            <pc:docMk/>
            <pc:sldMk cId="3259217527" sldId="339"/>
            <ac:spMk id="5" creationId="{860EF69F-79FC-8315-A261-A0DDABAAA234}"/>
          </ac:spMkLst>
        </pc:spChg>
      </pc:sldChg>
      <pc:sldChg chg="modSp add mod modClrScheme chgLayout">
        <pc:chgData name="Hsia, Cheehong" userId="6bc27941-0d5a-4c11-8dfb-8bbe9da0911b" providerId="ADAL" clId="{5BE5096F-7F8C-496A-A13C-FF7D0CA7A6B4}" dt="2024-02-14T15:30:29.053" v="1624" actId="700"/>
        <pc:sldMkLst>
          <pc:docMk/>
          <pc:sldMk cId="2466321810" sldId="340"/>
        </pc:sldMkLst>
        <pc:spChg chg="mod ord">
          <ac:chgData name="Hsia, Cheehong" userId="6bc27941-0d5a-4c11-8dfb-8bbe9da0911b" providerId="ADAL" clId="{5BE5096F-7F8C-496A-A13C-FF7D0CA7A6B4}" dt="2024-02-14T15:30:29.053" v="1624" actId="700"/>
          <ac:spMkLst>
            <pc:docMk/>
            <pc:sldMk cId="2466321810" sldId="340"/>
            <ac:spMk id="2" creationId="{9024BA51-C630-BA2A-58B6-69F9BB6816A0}"/>
          </ac:spMkLst>
        </pc:spChg>
        <pc:spChg chg="mod ord">
          <ac:chgData name="Hsia, Cheehong" userId="6bc27941-0d5a-4c11-8dfb-8bbe9da0911b" providerId="ADAL" clId="{5BE5096F-7F8C-496A-A13C-FF7D0CA7A6B4}" dt="2024-02-14T15:30:29.053" v="1624" actId="700"/>
          <ac:spMkLst>
            <pc:docMk/>
            <pc:sldMk cId="2466321810" sldId="340"/>
            <ac:spMk id="3" creationId="{2077BF95-1F9E-AA05-3D0B-83E184AA9C48}"/>
          </ac:spMkLst>
        </pc:spChg>
        <pc:spChg chg="mod ord">
          <ac:chgData name="Hsia, Cheehong" userId="6bc27941-0d5a-4c11-8dfb-8bbe9da0911b" providerId="ADAL" clId="{5BE5096F-7F8C-496A-A13C-FF7D0CA7A6B4}" dt="2024-02-14T15:30:29.053" v="1624" actId="700"/>
          <ac:spMkLst>
            <pc:docMk/>
            <pc:sldMk cId="2466321810" sldId="340"/>
            <ac:spMk id="4" creationId="{8946D5DF-DDC9-DF42-4883-DA9549CF8DE5}"/>
          </ac:spMkLst>
        </pc:spChg>
        <pc:spChg chg="mod ord">
          <ac:chgData name="Hsia, Cheehong" userId="6bc27941-0d5a-4c11-8dfb-8bbe9da0911b" providerId="ADAL" clId="{5BE5096F-7F8C-496A-A13C-FF7D0CA7A6B4}" dt="2024-02-14T15:30:29.053" v="1624" actId="700"/>
          <ac:spMkLst>
            <pc:docMk/>
            <pc:sldMk cId="2466321810" sldId="340"/>
            <ac:spMk id="5" creationId="{860EF69F-79FC-8315-A261-A0DDABAAA234}"/>
          </ac:spMkLst>
        </pc:spChg>
      </pc:sldChg>
      <pc:sldMasterChg chg="addSldLayout delSldLayout modSldLayout">
        <pc:chgData name="Hsia, Cheehong" userId="6bc27941-0d5a-4c11-8dfb-8bbe9da0911b" providerId="ADAL" clId="{5BE5096F-7F8C-496A-A13C-FF7D0CA7A6B4}" dt="2024-02-15T16:31:22.373" v="1648" actId="207"/>
        <pc:sldMasterMkLst>
          <pc:docMk/>
          <pc:sldMasterMk cId="289967154" sldId="2147483733"/>
        </pc:sldMasterMkLst>
        <pc:sldLayoutChg chg="addSp delSp modSp">
          <pc:chgData name="Hsia, Cheehong" userId="6bc27941-0d5a-4c11-8dfb-8bbe9da0911b" providerId="ADAL" clId="{5BE5096F-7F8C-496A-A13C-FF7D0CA7A6B4}" dt="2024-01-31T20:12:39.319" v="46" actId="11529"/>
          <pc:sldLayoutMkLst>
            <pc:docMk/>
            <pc:sldMasterMk cId="289967154" sldId="2147483733"/>
            <pc:sldLayoutMk cId="448065178" sldId="2147483737"/>
          </pc:sldLayoutMkLst>
          <pc:spChg chg="add del">
            <ac:chgData name="Hsia, Cheehong" userId="6bc27941-0d5a-4c11-8dfb-8bbe9da0911b" providerId="ADAL" clId="{5BE5096F-7F8C-496A-A13C-FF7D0CA7A6B4}" dt="2024-01-31T20:12:39.319" v="46" actId="11529"/>
            <ac:spMkLst>
              <pc:docMk/>
              <pc:sldMasterMk cId="289967154" sldId="2147483733"/>
              <pc:sldLayoutMk cId="448065178" sldId="2147483737"/>
              <ac:spMk id="2" creationId="{04F20428-1F10-9BBE-2A93-3FC94E360A45}"/>
            </ac:spMkLst>
          </pc:spChg>
          <pc:spChg chg="add del mod">
            <ac:chgData name="Hsia, Cheehong" userId="6bc27941-0d5a-4c11-8dfb-8bbe9da0911b" providerId="ADAL" clId="{5BE5096F-7F8C-496A-A13C-FF7D0CA7A6B4}" dt="2024-01-31T20:12:39.319" v="46" actId="11529"/>
            <ac:spMkLst>
              <pc:docMk/>
              <pc:sldMasterMk cId="289967154" sldId="2147483733"/>
              <pc:sldLayoutMk cId="448065178" sldId="2147483737"/>
              <ac:spMk id="3" creationId="{2036B362-5735-DF3F-2130-67455BFA0499}"/>
            </ac:spMkLst>
          </pc:spChg>
        </pc:sldLayoutChg>
        <pc:sldLayoutChg chg="addSp delSp modSp">
          <pc:chgData name="Hsia, Cheehong" userId="6bc27941-0d5a-4c11-8dfb-8bbe9da0911b" providerId="ADAL" clId="{5BE5096F-7F8C-496A-A13C-FF7D0CA7A6B4}" dt="2024-01-31T20:12:39.002" v="45"/>
          <pc:sldLayoutMkLst>
            <pc:docMk/>
            <pc:sldMasterMk cId="289967154" sldId="2147483733"/>
            <pc:sldLayoutMk cId="2567172938" sldId="2147483738"/>
          </pc:sldLayoutMkLst>
          <pc:spChg chg="add del mod">
            <ac:chgData name="Hsia, Cheehong" userId="6bc27941-0d5a-4c11-8dfb-8bbe9da0911b" providerId="ADAL" clId="{5BE5096F-7F8C-496A-A13C-FF7D0CA7A6B4}" dt="2024-01-31T20:12:39.002" v="45"/>
            <ac:spMkLst>
              <pc:docMk/>
              <pc:sldMasterMk cId="289967154" sldId="2147483733"/>
              <pc:sldLayoutMk cId="2567172938" sldId="2147483738"/>
              <ac:spMk id="2" creationId="{9257F7E6-AE99-D346-BECE-31AD2ECE72E7}"/>
            </ac:spMkLst>
          </pc:spChg>
        </pc:sldLayoutChg>
        <pc:sldLayoutChg chg="addSp delSp modSp">
          <pc:chgData name="Hsia, Cheehong" userId="6bc27941-0d5a-4c11-8dfb-8bbe9da0911b" providerId="ADAL" clId="{5BE5096F-7F8C-496A-A13C-FF7D0CA7A6B4}" dt="2024-01-31T20:12:38.561" v="44"/>
          <pc:sldLayoutMkLst>
            <pc:docMk/>
            <pc:sldMasterMk cId="289967154" sldId="2147483733"/>
            <pc:sldLayoutMk cId="2782732810" sldId="2147483739"/>
          </pc:sldLayoutMkLst>
          <pc:spChg chg="add del mod">
            <ac:chgData name="Hsia, Cheehong" userId="6bc27941-0d5a-4c11-8dfb-8bbe9da0911b" providerId="ADAL" clId="{5BE5096F-7F8C-496A-A13C-FF7D0CA7A6B4}" dt="2024-01-31T20:12:38.561" v="44"/>
            <ac:spMkLst>
              <pc:docMk/>
              <pc:sldMasterMk cId="289967154" sldId="2147483733"/>
              <pc:sldLayoutMk cId="2782732810" sldId="2147483739"/>
              <ac:spMk id="2" creationId="{E4DBC6A0-3026-C27E-E129-7769AF94C58F}"/>
            </ac:spMkLst>
          </pc:spChg>
        </pc:sldLayoutChg>
        <pc:sldLayoutChg chg="addSp delSp modSp">
          <pc:chgData name="Hsia, Cheehong" userId="6bc27941-0d5a-4c11-8dfb-8bbe9da0911b" providerId="ADAL" clId="{5BE5096F-7F8C-496A-A13C-FF7D0CA7A6B4}" dt="2024-01-31T20:12:38.527" v="43"/>
          <pc:sldLayoutMkLst>
            <pc:docMk/>
            <pc:sldMasterMk cId="289967154" sldId="2147483733"/>
            <pc:sldLayoutMk cId="1376939664" sldId="2147483740"/>
          </pc:sldLayoutMkLst>
          <pc:spChg chg="add del mod">
            <ac:chgData name="Hsia, Cheehong" userId="6bc27941-0d5a-4c11-8dfb-8bbe9da0911b" providerId="ADAL" clId="{5BE5096F-7F8C-496A-A13C-FF7D0CA7A6B4}" dt="2024-01-31T20:12:38.527" v="43"/>
            <ac:spMkLst>
              <pc:docMk/>
              <pc:sldMasterMk cId="289967154" sldId="2147483733"/>
              <pc:sldLayoutMk cId="1376939664" sldId="2147483740"/>
              <ac:spMk id="2" creationId="{08954A8A-7BAA-B040-4480-D0525828127D}"/>
            </ac:spMkLst>
          </pc:spChg>
        </pc:sldLayoutChg>
        <pc:sldLayoutChg chg="modSp add mod modTransition setBg">
          <pc:chgData name="Hsia, Cheehong" userId="6bc27941-0d5a-4c11-8dfb-8bbe9da0911b" providerId="ADAL" clId="{5BE5096F-7F8C-496A-A13C-FF7D0CA7A6B4}" dt="2024-02-15T16:31:22.373" v="1648" actId="207"/>
          <pc:sldLayoutMkLst>
            <pc:docMk/>
            <pc:sldMasterMk cId="289967154" sldId="2147483733"/>
            <pc:sldLayoutMk cId="3436012165" sldId="2147483779"/>
          </pc:sldLayoutMkLst>
          <pc:spChg chg="mod">
            <ac:chgData name="Hsia, Cheehong" userId="6bc27941-0d5a-4c11-8dfb-8bbe9da0911b" providerId="ADAL" clId="{5BE5096F-7F8C-496A-A13C-FF7D0CA7A6B4}" dt="2024-02-15T16:31:19.723" v="1647" actId="20577"/>
            <ac:spMkLst>
              <pc:docMk/>
              <pc:sldMasterMk cId="289967154" sldId="2147483733"/>
              <pc:sldLayoutMk cId="3436012165" sldId="2147483779"/>
              <ac:spMk id="13" creationId="{06763006-0C18-679B-4948-F1ED35F64B48}"/>
            </ac:spMkLst>
          </pc:spChg>
          <pc:spChg chg="mod">
            <ac:chgData name="Hsia, Cheehong" userId="6bc27941-0d5a-4c11-8dfb-8bbe9da0911b" providerId="ADAL" clId="{5BE5096F-7F8C-496A-A13C-FF7D0CA7A6B4}" dt="2024-02-15T16:31:22.373" v="1648" actId="207"/>
            <ac:spMkLst>
              <pc:docMk/>
              <pc:sldMasterMk cId="289967154" sldId="2147483733"/>
              <pc:sldLayoutMk cId="3436012165" sldId="2147483779"/>
              <ac:spMk id="15" creationId="{6F89948F-3BC6-AA2A-993E-A68DA4D29C7C}"/>
            </ac:spMkLst>
          </pc:spChg>
        </pc:sldLayoutChg>
        <pc:sldLayoutChg chg="add del mod modTransition">
          <pc:chgData name="Hsia, Cheehong" userId="6bc27941-0d5a-4c11-8dfb-8bbe9da0911b" providerId="ADAL" clId="{5BE5096F-7F8C-496A-A13C-FF7D0CA7A6B4}" dt="2024-02-14T17:22:50.851" v="1642" actId="2890"/>
          <pc:sldLayoutMkLst>
            <pc:docMk/>
            <pc:sldMasterMk cId="289967154" sldId="2147483733"/>
            <pc:sldLayoutMk cId="4251751066" sldId="2147483779"/>
          </pc:sldLayoutMkLst>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4T07:22:09.269"/>
    </inkml:context>
    <inkml:brush xml:id="br0">
      <inkml:brushProperty name="width" value="0.05" units="cm"/>
      <inkml:brushProperty name="height" value="0.05" units="cm"/>
      <inkml:brushProperty name="color" value="#EDF0F0"/>
    </inkml:brush>
  </inkml:definitions>
  <inkml:trace contextRef="#ctx0" brushRef="#br0">124 27 24575,'10'7'0,"0"0"0,0-1 0,1 0 0,-5-3 0,1-1 0,-6-1 0,1-1 0,0 2 0,-1-1 0,0 0 0,1 1 0,0-1 0,0 1 0,-1-2 0,-7 0 0,-9-2 0,-9-3 0,-5 0 0,4 0 0,6 1 0,7 1 0,4 1 0,5 1 0,5 3 0,4 1 0,4 2 0,3 1 0,0 0 0,-1-1 0,-3-1 0,-2-2 0,-4-1 0,0 0 0,-2 0 0,-6-3 0,-3 0 0,-8-2 0,0 0 0,0 0 0,2 0 0,5 0 0,2 1 0,5 1 0,3 2 0,3 1 0,7 1 0,9 1 0,3 0 0,6 1 0,-13-2 0,-2 0 0,-12-2 0,-3 0 0,-5-3 0,-8-3 0,-9-4 0,-5-1 0,1 1 0,4 0 0,7 4 0,5 2 0,5 2 0,4 1 0,3 0 0,6 2 0,3 2 0,4 2 0,-1-1 0,-1 0 0,-3-1 0,0-1 0,0 0 0,-1 0 0,-1 0 0,0 0 0,-1 0 0,-1 0 0,-1 0 0,-1 0 0,1-1 0,1 0 0,0 1 0,0 0 0,0-1 0,-2 1 0,-1-2 0,0 1 0,1-1 0,-1 0 0,3 1 0,-5-2 0,-9-5 0,-8-4-1696,-12-5 0,13 7 0,3 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4T07:22:18.204"/>
    </inkml:context>
    <inkml:brush xml:id="br0">
      <inkml:brushProperty name="width" value="0.05" units="cm"/>
      <inkml:brushProperty name="height" value="0.05" units="cm"/>
      <inkml:brushProperty name="color" value="#EDF0F0"/>
    </inkml:brush>
  </inkml:definitions>
  <inkml:trace contextRef="#ctx0" brushRef="#br0">172 181 24575,'0'-10'0,"-2"-2"0,0-4 0,0-1 0,-1 3 0,0 2 0,1 2 0,-2 1 0,0-1 0,-1 1 0,1 1 0,0 3 0,3 2 0,-2 6 0,-5-2 0,-6 1 0,-4-5 0,1 0 0,4-1 0,3 2 0,0 0 0,2 1 0,2 0 0,3 2 0,2 1 0,5 1 0,5 2 0,3 0 0,4 1 0,-2-2 0,-2 0 0,-2-1 0,-4 0 0,-2-2 0,-2-1 0,-1 0 0,-3-3 0,-7-5 0,-6-3 0,-5-3 0,-2 0 0,4 4 0,5 3 0,7 5 0,1 0 0,3 2 0,-1-1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4T07:22:30.955"/>
    </inkml:context>
    <inkml:brush xml:id="br0">
      <inkml:brushProperty name="width" value="0.05" units="cm"/>
      <inkml:brushProperty name="height" value="0.05" units="cm"/>
      <inkml:brushProperty name="color" value="#FFFFFF"/>
    </inkml:brush>
  </inkml:definitions>
  <inkml:trace contextRef="#ctx0" brushRef="#br0">1 25 24575,'3'0'0,"1"0"0,1 1 0,0 0 0,2-1 0,-1 1 0,-1 0 0,0-1 0,1 2 0,0-1 0,-1 0 0,1 0 0,0-1 0,-1 0 0,-1 0 0,-1 0 0,0 0 0,0 1 0,2-1 0,1 1 0,-1-1 0,-1 0 0,-2 0 0,0 0 0,1 1 0,-1 0 0,0-1 0,0 1 0,0-1 0,0 0 0,1 0 0,0 0 0,2 0 0,-3 0 0,-2 0 0,-5 0 0,-4 0 0,-7 1 0,-1 0 0,-1 0 0,3 0 0,4-1 0,6 0 0,5-3 0,4-2 0,4-1 0,2 0 0,3 0 0,1 3 0,0-1 0,-1 1 0,-4 0 0,-3 1 0,-2 1 0,-2 1 0,-1 0 0,0 0 0,1 0 0,-1 0 0,1 0 0,-1 0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4T07:22:44.923"/>
    </inkml:context>
    <inkml:brush xml:id="br0">
      <inkml:brushProperty name="width" value="0.05" units="cm"/>
      <inkml:brushProperty name="height" value="0.05" units="cm"/>
      <inkml:brushProperty name="color" value="#EDF0F0"/>
    </inkml:brush>
  </inkml:definitions>
  <inkml:trace contextRef="#ctx0" brushRef="#br0">811 42 24575,'-24'-2'0,"-1"0"0,-4-1 0,-1 0 0,-2 1 0,0-1 0,4 1 0,5 0 0,9 1 0,7 0 0,1 1 0,-1 0 0,-3 0 0,-2 0 0,-2 0 0,-7-2 0,-11 0 0,-6-2 0,-2-1 0,9 1 0,12 2 0,11 1 0,6 2 0,2 2 0,6 4 0,6 7 0,9 8 0,8 4 0,7 2 0,6-2 0,5-1 0,6-1 0,1-4 0,-3-4 0,-7-4 0,-9-4 0,-9-1 0,-6-1 0,-4 0 0,-4 0 0,-4-2 0,-6-2 0,-15 0 0,-19 1 0,-26 0 0,-24 0 0,-14-3 0,45-1 0,-1-1 0,-44-3 0,21-2 0,25 1 0,23-1 0,13-1 0,2 0 0,-1-1 0,0-1 0,-3 0 0,1 2 0,0 0 0,1 0 0,0 1 0,-2-2 0,-2 1 0,0-1 0,4 1 0,6 1 0,3 1 0,3 2 0,1 0 0,2 2 0,-1 0 0,1 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4T07:22:51.496"/>
    </inkml:context>
    <inkml:brush xml:id="br0">
      <inkml:brushProperty name="width" value="0.05" units="cm"/>
      <inkml:brushProperty name="height" value="0.05" units="cm"/>
      <inkml:brushProperty name="color" value="#EDF0F0"/>
    </inkml:brush>
  </inkml:definitions>
  <inkml:trace contextRef="#ctx0" brushRef="#br0">698 149 24575,'7'3'0,"2"1"0,4 2 0,10 5 0,9 3 0,6 2 0,1 0 0,-6-3 0,-4-2 0,-8-2 0,-5-2 0,-7-2 0,-5-3 0,-1 0 0,2 2 0,3 3 0,5 4 0,6 3 0,1-1 0,0-1 0,-1-1 0,-4-2 0,-2-2 0,-4-1 0,-4-4 0,-1 0 0,1 1 0,0 0 0,0 1 0,0 0 0,-3-4 0,-2-2 0,-8-12 0,-6-10 0,-7-9 0,-3-3 0,3 5 0,5 9 0,5 7 0,4 5 0,0 2 0,0-2 0,-1-1 0,-1-1 0,2 1 0,2 2 0,2 3 0,0 2 0,-2-3 0,-3-1 0,-1-3 0,0-2 0,-1 0 0,0 1 0,-3 1 0,-1 3 0,-3 1 0,-4 1 0,-2 0 0,1 1 0,1 1 0,-2 2 0,-7 1 0,-14 0 0,-16 2 0,-12 2 0,2 2 0,8 1 0,12 0 0,12-1 0,10-2 0,12 0 0,9 0 0,8 3 0,5 3 0,5 3 0,3 2 0,7 1 0,2-2 0,0-2 0,-2-4 0,-5-3 0,-1-1 0,3 0 0,3-1 0,2 1 0,-1-1 0,-4 0 0,-3 0 0,-5-1 0,-4-1 0,-2 0 0,-3 0 0,-1-1 0,0-2 0,0-1 0,-3-3 0,-3-3 0,-6-3 0,-8-2 0,-3 0 0,-3 3 0,1 4 0,2 2 0,2 1 0,4 2 0,6 1 0,4 2 0,3 0 0,2 0 0,1 0 0,5 2 0,9 6 0,11 7 0,9 4 0,10 3 0,7-3 0,8-2 0,6-4 0,-3-4 0,-10-3 0,-13-1 0,-14-1 0,-8 0 0,-7-1 0,-3 0 0,-3-1 0,-1 0 0,-1 1 0,1 3 0,0 4 0,0 4 0,0 2 0,-2-1 0,-1-2 0,-2-5 0,-1-1 0,-7-2 0,-10-1 0,-14 1 0,-26 0 0,-26 1 0,29-4 0,-4 1 0,-7-1 0,-1 0 0,1-2 0,1 0 0,8-1 0,4 0 0,-23-2 0,33-1 0,24 1 0,16 2 0,11 3 0,13 5 0,15 2 0,28 2 0,28-2 0,-33-7 0,3 0 0,6-2 0,1 0 0,-5-2 0,-2-1 0,36-3 0,-30 1 0,-27 1 0,-17 2 0,-9 1 0,-6 0 0,-4 0 0,1-2 0,2-2 0,4-2 0,1 2 0,-1 2 0,-1 1 0,-5 1 0,-2-1 0,-2-3 0,-5-5 0,-9-7 0,-4-2 0,-20-13 0,-11-7 0,-4-1 0,1 3 0,21 14 0,10 9 0,6 4 0,2 3 0,-1 1 0,1 2 0,2 1 0,3 1 0,1-1 0,-2-1 0,-1 1 0,-5-2 0,0-1 0,0 3 0,1 0 0,1 2 0,-2 0 0,-2 1 0,-1-1 0,2 0 0,2 0 0,8 0 0,2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4T07:23:18.720"/>
    </inkml:context>
    <inkml:brush xml:id="br0">
      <inkml:brushProperty name="width" value="0.05" units="cm"/>
      <inkml:brushProperty name="height" value="0.05" units="cm"/>
      <inkml:brushProperty name="color" value="#FFFFFF"/>
    </inkml:brush>
  </inkml:definitions>
  <inkml:trace contextRef="#ctx0" brushRef="#br0">81 55 24575,'-6'-1'0,"-2"1"0,1-1 0,0 0 0,1 0 0,1 0 0,2 0 0,-1 1 0,0 0 0,-3-1 0,1 1 0,0-1 0,2 0 0,1 1 0,2 0 0,6 0 0,1 0 0,6-1 0,-2 1 0,1-1 0,-2 0 0,-1 1 0,-3 0 0,0 0 0,0 0 0,1 0 0,-2 0 0,0 0 0,-2 0 0,1 0 0,0 0 0,0 0 0,-1 0 0,0 0 0,-1 0 0,-8-2 0,-4 1 0,-9-3 0,-1 0 0,2 0 0,2 0 0,8 2 0,3 1 0,7 0 0,2-1 0,3-1 0,0-1 0,1 1 0,0 0 0,0 1 0,0 0 0,1 2 0,-6-1 0,-1 1 0,-7 0 0,-3 0 0,0 0 0,0 0 0,3 0 0,2 0 0,2 0 0,1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4T07:23:37.087"/>
    </inkml:context>
    <inkml:brush xml:id="br0">
      <inkml:brushProperty name="width" value="0.05" units="cm"/>
      <inkml:brushProperty name="height" value="0.05" units="cm"/>
      <inkml:brushProperty name="color" value="#EDF0F0"/>
    </inkml:brush>
  </inkml:definitions>
  <inkml:trace contextRef="#ctx0" brushRef="#br0">327 131 24575,'-17'-9'0,"-4"-3"0,-1-1 0,-3-1 0,3 2 0,2 2 0,4 1 0,3 3 0,3 0 0,2 1 0,0 1 0,2 0 0,0 1 0,1 0 0,-1-1 0,0 0 0,0 0 0,1 0 0,1 1 0,2 1 0,7 11 0,7 10 0,6 7 0,3 4 0,-1-5 0,-2-5 0,-2-4 0,-3-3 0,-2-3 0,-2-1 0,-2-2 0,-1 0 0,-1 0 0,-1-1 0,-1-1 0,0-1 0,0-2 0,-1 2 0,-3-4 0,-5-1 0,-14-6 0,-12-5 0,-7-4 0,1 1 0,9 3 0,8 4 0,7 3 0,8 5 0,7 5 0,7 6 0,5 4 0,4 4 0,2-1 0,-1-2 0,-2-2 0,-5-5 0,-3-2 0,-2-3 0,-1-1 0,-6-2 0,-7-4 0,-11-4 0,-4-2 0,0 1 0,6 3 0,6 2 0,5 2 0,4 0 0,7 4 0,3 1 0,7 4 0,-1 0 0,1-1 0,0-2 0,0-1 0,-1-1 0,-2 0 0,-1 0 0,-2-1 0,-3-1 0,-3-1 0,-1 0 0,-1 0 0,-4-1 0,-13-4 0,-11-3 0,-9-5 0,-1-1 0,10 2 0,10 2 0,9 5 0,8 2 0,10 3 0,8 1 0,5 2 0,2-1 0,-4-1 0,-4 1 0,-3-1 0,-1 1 0,0 0 0,2 1 0,0 1 0,0-1 0,-1 1 0,-2-1 0,0-1 0,-1 0 0,-1 0 0,0 1 0,-1-1 0,1 1 0,-2-1 0,0 1 0,-2-2 0,-2 1 0,2 2 0,2 1 0,2 3 0,-1 0 0,-2-1 0,-3-3 0,0 0 0,-1 0 0,1 0 0,3 4 0,-3-5 0,1 3 0,-7-8 0,-9-9 0,-9-10 0,-7-8 0,-4-2 0,4 5 0,3 2 0,5 6 0,2 3 0,5 4 0,2 3 0,3 4 0,4 1 0,3 3 0,5 1 0,5 3 0,7 2 0,5 2 0,4 0 0,-2 1 0,-4-2 0,-5-2 0,-5-3 0,-4 0 0,-4-1 0,-1 0 0,-7-2 0,-12-5 0,-13-3 0,-13-3 0,-1 1 0,2 4 0,9 2 0,11 2 0,10 2 0,9 1 0,3 4 0,2 1 0,-1 0 0,0 0 0,0-3 0,1 0 0,-1 0 0,1 1 0,0 0 0,-1-1 0,-1-1 0,-4-1 0,-9-4 0,-8-2 0,-5-2 0,4 0 0,6 3 0,6 1 0,5 2 0,4 2 0,2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4T07:25:26.899"/>
    </inkml:context>
    <inkml:brush xml:id="br0">
      <inkml:brushProperty name="width" value="0.05" units="cm"/>
      <inkml:brushProperty name="height" value="0.05" units="cm"/>
      <inkml:brushProperty name="color" value="#EDF0F0"/>
    </inkml:brush>
  </inkml:definitions>
  <inkml:trace contextRef="#ctx0" brushRef="#br0">213 66 24575,'-10'-3'0,"-2"-2"0,-5-2 0,-2-1 0,1 0 0,2 2 0,4 1 0,4 1 0,1 1 0,0 0 0,0 1 0,0 1 0,0-2 0,2 2 0,2 0 0,1 1 0,-1 0 0,-2 0 0,-1 0 0,0 0 0,1 0 0,0 0 0,2 0 0,-1-1 0,-2 0 0,-1-1 0,3 1 0,3 1 0,6 6 0,4 4 0,3 3 0,1 1 0,-1-2 0,0-1 0,-1-1 0,-1-2 0,-4-3 0,-2-2 0,0-1 0,1 1 0,1 1 0,1 1 0,0-1 0,-3-1 0,0-2 0,-1 1 0,0 1 0,1-1 0,1 1 0,2 0 0,2-1 0,-1 1 0,-1-2 0,-3 0 0,-1 0 0,3 2 0,3 4 0,3 1 0,3 3 0,-8-7 0,-3-2 0,-12-9 0,-6-5 0,-5-1 0,-6-4 0,-1 0 0,-1 0 0,3 1 0,3 2 0,5 3 0,6 4 0,3 2 0,4 2 0,0 1 0,2 1 0,-1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4T07:25:34.997"/>
    </inkml:context>
    <inkml:brush xml:id="br0">
      <inkml:brushProperty name="width" value="0.05" units="cm"/>
      <inkml:brushProperty name="height" value="0.05" units="cm"/>
      <inkml:brushProperty name="color" value="#EDF0F0"/>
    </inkml:brush>
  </inkml:definitions>
  <inkml:trace contextRef="#ctx0" brushRef="#br0">200 101 24575,'-8'-2'0,"-4"-1"0,-4-2 0,-3-1 0,-1-1 0,2 0 0,2 0 0,2-1 0,8 4 0,-1-1 0,4 3 0,0 0 0,-1 0 0,1 0 0,1 1 0,12 5 0,7 3 0,7 4 0,0 0 0,-6-4 0,-4-1 0,-4-2 0,-1-2 0,-2 0 0,0-1 0,-1 0 0,-2 1 0,0-1 0,-3-1 0,1 0 0,-1 0 0,1 0 0,2 1 0,1 0 0,0 0 0,-1 0 0,-4-1 0,-8-4 0,-1-1 0,-7-4 0,0-1 0,0 1 0,-1 0 0,2 1 0,3 3 0,4 1 0,4 1 0,0 1 0,0 0 0,1-1 0,-2 1 0,1-1 0,-1 1 0,2 1 0,1-1 0,2 1 0,3 3 0,3 3 0,3 3 0,4 2 0,0 0 0,0 0 0,-5-4 0,-5-2 0,-5-4 0,-6-2 0,-5-3 0,-2-1 0,-2-1 0,2 0 0,2 1 0,3 0 0,3 2 0,2 2 0,4 1 0,5 5 0,1-1 0,3 4 0,-3-4 0,-2-1 0,-4-2 0,-5-4 0,-3-1 0,-2 0 0,2 0 0,4 2 0,2 1 0,1 0 0,0 0 0,-1 0 0,0-2 0,-1-1 0,2 2 0,0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0739BF60-9B09-42B3-AD3C-449FED2CBA10}" type="datetimeFigureOut">
              <a:rPr lang="en-NL" smtClean="0"/>
              <a:t>21/11/2024</a:t>
            </a:fld>
            <a:endParaRPr lang="en-NL"/>
          </a:p>
        </p:txBody>
      </p:sp>
      <p:sp>
        <p:nvSpPr>
          <p:cNvPr id="4" name="Slide Image Placeholder 3"/>
          <p:cNvSpPr>
            <a:spLocks noGrp="1" noRot="1" noChangeAspect="1"/>
          </p:cNvSpPr>
          <p:nvPr>
            <p:ph type="sldImg" idx="2"/>
          </p:nvPr>
        </p:nvSpPr>
        <p:spPr>
          <a:xfrm>
            <a:off x="2947988" y="857250"/>
            <a:ext cx="3248025" cy="2314575"/>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1DE8FC4-3BF1-41DD-BFFC-9A6D32256E06}" type="slidenum">
              <a:rPr lang="en-NL" smtClean="0"/>
              <a:t>‹#›</a:t>
            </a:fld>
            <a:endParaRPr lang="en-NL"/>
          </a:p>
        </p:txBody>
      </p:sp>
    </p:spTree>
    <p:extLst>
      <p:ext uri="{BB962C8B-B14F-4D97-AF65-F5344CB8AC3E}">
        <p14:creationId xmlns:p14="http://schemas.microsoft.com/office/powerpoint/2010/main" val="3302233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ordered Name Game Card 2">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5D2426B-2755-719C-B9D1-5A4D07AC6BB7}"/>
              </a:ext>
            </a:extLst>
          </p:cNvPr>
          <p:cNvSpPr/>
          <p:nvPr/>
        </p:nvSpPr>
        <p:spPr>
          <a:xfrm>
            <a:off x="750944" y="1896320"/>
            <a:ext cx="5635171" cy="93878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5" name="Rectangle 4">
            <a:extLst>
              <a:ext uri="{FF2B5EF4-FFF2-40B4-BE49-F238E27FC236}">
                <a16:creationId xmlns:a16="http://schemas.microsoft.com/office/drawing/2014/main" id="{E8FBCAE6-FE23-1D5D-7F44-512463D5A6B1}"/>
              </a:ext>
            </a:extLst>
          </p:cNvPr>
          <p:cNvSpPr/>
          <p:nvPr/>
        </p:nvSpPr>
        <p:spPr>
          <a:xfrm>
            <a:off x="750944" y="808126"/>
            <a:ext cx="3404800" cy="93878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pic>
        <p:nvPicPr>
          <p:cNvPr id="18" name="Picture 17" descr="A picture containing food, drawing&#10;&#10;Description automatically generated">
            <a:extLst>
              <a:ext uri="{FF2B5EF4-FFF2-40B4-BE49-F238E27FC236}">
                <a16:creationId xmlns:a16="http://schemas.microsoft.com/office/drawing/2014/main" id="{556B4EFA-19EB-4EC3-891E-E2000952E6A6}"/>
              </a:ext>
            </a:extLst>
          </p:cNvPr>
          <p:cNvPicPr>
            <a:picLocks noChangeAspect="1"/>
          </p:cNvPicPr>
          <p:nvPr/>
        </p:nvPicPr>
        <p:blipFill>
          <a:blip r:embed="rId2"/>
          <a:stretch>
            <a:fillRect/>
          </a:stretch>
        </p:blipFill>
        <p:spPr>
          <a:xfrm>
            <a:off x="4796501" y="3080041"/>
            <a:ext cx="2767271" cy="2491031"/>
          </a:xfrm>
          <a:prstGeom prst="rect">
            <a:avLst/>
          </a:prstGeom>
        </p:spPr>
      </p:pic>
      <p:pic>
        <p:nvPicPr>
          <p:cNvPr id="3" name="Picture 2" descr="A picture containing text, clipart&#10;&#10;Description automatically generated">
            <a:extLst>
              <a:ext uri="{FF2B5EF4-FFF2-40B4-BE49-F238E27FC236}">
                <a16:creationId xmlns:a16="http://schemas.microsoft.com/office/drawing/2014/main" id="{20127F10-C01A-99B5-4015-937C7F13B099}"/>
              </a:ext>
            </a:extLst>
          </p:cNvPr>
          <p:cNvPicPr>
            <a:picLocks noChangeAspect="1"/>
          </p:cNvPicPr>
          <p:nvPr/>
        </p:nvPicPr>
        <p:blipFill>
          <a:blip r:embed="rId3"/>
          <a:stretch>
            <a:fillRect/>
          </a:stretch>
        </p:blipFill>
        <p:spPr>
          <a:xfrm>
            <a:off x="740418" y="4532197"/>
            <a:ext cx="870770" cy="304769"/>
          </a:xfrm>
          <a:prstGeom prst="rect">
            <a:avLst/>
          </a:prstGeom>
        </p:spPr>
      </p:pic>
      <p:pic>
        <p:nvPicPr>
          <p:cNvPr id="2" name="Picture 1" descr="A picture containing food, drawing&#10;&#10;Description automatically generated">
            <a:extLst>
              <a:ext uri="{FF2B5EF4-FFF2-40B4-BE49-F238E27FC236}">
                <a16:creationId xmlns:a16="http://schemas.microsoft.com/office/drawing/2014/main" id="{1F1268E1-CC0B-E5D6-5468-CD05DCBB7FD7}"/>
              </a:ext>
            </a:extLst>
          </p:cNvPr>
          <p:cNvPicPr>
            <a:picLocks noChangeAspect="1"/>
          </p:cNvPicPr>
          <p:nvPr/>
        </p:nvPicPr>
        <p:blipFill>
          <a:blip r:embed="rId2"/>
          <a:stretch>
            <a:fillRect/>
          </a:stretch>
        </p:blipFill>
        <p:spPr>
          <a:xfrm>
            <a:off x="4796501" y="3080041"/>
            <a:ext cx="2767271" cy="2491031"/>
          </a:xfrm>
          <a:prstGeom prst="rect">
            <a:avLst/>
          </a:prstGeom>
        </p:spPr>
      </p:pic>
      <p:pic>
        <p:nvPicPr>
          <p:cNvPr id="4" name="Picture 3" descr="A picture containing text, clipart&#10;&#10;Description automatically generated">
            <a:extLst>
              <a:ext uri="{FF2B5EF4-FFF2-40B4-BE49-F238E27FC236}">
                <a16:creationId xmlns:a16="http://schemas.microsoft.com/office/drawing/2014/main" id="{44824665-FEDC-5D64-F52D-6989375DFB86}"/>
              </a:ext>
            </a:extLst>
          </p:cNvPr>
          <p:cNvPicPr>
            <a:picLocks noChangeAspect="1"/>
          </p:cNvPicPr>
          <p:nvPr/>
        </p:nvPicPr>
        <p:blipFill>
          <a:blip r:embed="rId3"/>
          <a:stretch>
            <a:fillRect/>
          </a:stretch>
        </p:blipFill>
        <p:spPr>
          <a:xfrm>
            <a:off x="740418" y="4532197"/>
            <a:ext cx="870770" cy="304769"/>
          </a:xfrm>
          <a:prstGeom prst="rect">
            <a:avLst/>
          </a:prstGeom>
        </p:spPr>
      </p:pic>
      <p:sp>
        <p:nvSpPr>
          <p:cNvPr id="8" name="TextBox 7">
            <a:extLst>
              <a:ext uri="{FF2B5EF4-FFF2-40B4-BE49-F238E27FC236}">
                <a16:creationId xmlns:a16="http://schemas.microsoft.com/office/drawing/2014/main" id="{673CF952-ED1E-FFF1-E745-1DF583E436DD}"/>
              </a:ext>
            </a:extLst>
          </p:cNvPr>
          <p:cNvSpPr txBox="1"/>
          <p:nvPr/>
        </p:nvSpPr>
        <p:spPr>
          <a:xfrm>
            <a:off x="670094" y="605065"/>
            <a:ext cx="6024133" cy="2354370"/>
          </a:xfrm>
          <a:prstGeom prst="rect">
            <a:avLst/>
          </a:prstGeom>
          <a:noFill/>
        </p:spPr>
        <p:txBody>
          <a:bodyPr wrap="square" lIns="251999" tIns="151200" rIns="72000" bIns="46800" rtlCol="0">
            <a:spAutoFit/>
          </a:bodyPr>
          <a:lstStyle/>
          <a:p>
            <a:pPr>
              <a:lnSpc>
                <a:spcPct val="100000"/>
              </a:lnSpc>
            </a:pPr>
            <a:r>
              <a:rPr lang="en-US" sz="7000" dirty="0">
                <a:solidFill>
                  <a:schemeClr val="bg1"/>
                </a:solidFill>
                <a:latin typeface="American Captain" pitchFamily="2" charset="77"/>
              </a:rPr>
              <a:t>Exploring</a:t>
            </a:r>
            <a:br>
              <a:rPr lang="en-US" sz="7000" dirty="0">
                <a:solidFill>
                  <a:schemeClr val="bg1"/>
                </a:solidFill>
                <a:latin typeface="American Captain" pitchFamily="2" charset="77"/>
              </a:rPr>
            </a:br>
            <a:r>
              <a:rPr lang="en-US" sz="7000" dirty="0">
                <a:solidFill>
                  <a:schemeClr val="bg1"/>
                </a:solidFill>
                <a:latin typeface="American Captain" pitchFamily="2" charset="77"/>
              </a:rPr>
              <a:t>Self-management</a:t>
            </a:r>
            <a:endParaRPr lang="en-NL" sz="7000" dirty="0">
              <a:solidFill>
                <a:schemeClr val="bg1"/>
              </a:solidFill>
              <a:latin typeface="American Captain" pitchFamily="2" charset="77"/>
            </a:endParaRPr>
          </a:p>
        </p:txBody>
      </p:sp>
    </p:spTree>
    <p:extLst>
      <p:ext uri="{BB962C8B-B14F-4D97-AF65-F5344CB8AC3E}">
        <p14:creationId xmlns:p14="http://schemas.microsoft.com/office/powerpoint/2010/main" val="2350041464"/>
      </p:ext>
    </p:extLst>
  </p:cSld>
  <p:clrMapOvr>
    <a:masterClrMapping/>
  </p:clrMapOvr>
  <p:extLst>
    <p:ext uri="{DCECCB84-F9BA-43D5-87BE-67443E8EF086}">
      <p15:sldGuideLst xmlns:p15="http://schemas.microsoft.com/office/powerpoint/2012/main">
        <p15:guide id="1" pos="2449">
          <p15:clr>
            <a:srgbClr val="FBAE40"/>
          </p15:clr>
        </p15:guide>
        <p15:guide id="2" pos="47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rdered Name Game Card 3 lines">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E929FD2-BE08-DE40-F11C-DE3CAE970204}"/>
              </a:ext>
            </a:extLst>
          </p:cNvPr>
          <p:cNvSpPr/>
          <p:nvPr/>
        </p:nvSpPr>
        <p:spPr>
          <a:xfrm>
            <a:off x="750942" y="3266399"/>
            <a:ext cx="4045559" cy="120927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5" name="Rectangle 14">
            <a:extLst>
              <a:ext uri="{FF2B5EF4-FFF2-40B4-BE49-F238E27FC236}">
                <a16:creationId xmlns:a16="http://schemas.microsoft.com/office/drawing/2014/main" id="{A5D2426B-2755-719C-B9D1-5A4D07AC6BB7}"/>
              </a:ext>
            </a:extLst>
          </p:cNvPr>
          <p:cNvSpPr/>
          <p:nvPr/>
        </p:nvSpPr>
        <p:spPr>
          <a:xfrm>
            <a:off x="750943" y="1976739"/>
            <a:ext cx="3255666" cy="120927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5" name="Rectangle 4">
            <a:extLst>
              <a:ext uri="{FF2B5EF4-FFF2-40B4-BE49-F238E27FC236}">
                <a16:creationId xmlns:a16="http://schemas.microsoft.com/office/drawing/2014/main" id="{E8FBCAE6-FE23-1D5D-7F44-512463D5A6B1}"/>
              </a:ext>
            </a:extLst>
          </p:cNvPr>
          <p:cNvSpPr/>
          <p:nvPr/>
        </p:nvSpPr>
        <p:spPr>
          <a:xfrm>
            <a:off x="750943" y="686957"/>
            <a:ext cx="3339426" cy="120927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pic>
        <p:nvPicPr>
          <p:cNvPr id="6" name="Picture 5" descr="A picture containing food, drawing&#10;&#10;Description automatically generated">
            <a:extLst>
              <a:ext uri="{FF2B5EF4-FFF2-40B4-BE49-F238E27FC236}">
                <a16:creationId xmlns:a16="http://schemas.microsoft.com/office/drawing/2014/main" id="{6650B800-C888-5D76-26C5-CD887FD8F3B5}"/>
              </a:ext>
            </a:extLst>
          </p:cNvPr>
          <p:cNvPicPr>
            <a:picLocks noChangeAspect="1"/>
          </p:cNvPicPr>
          <p:nvPr/>
        </p:nvPicPr>
        <p:blipFill>
          <a:blip r:embed="rId2"/>
          <a:stretch>
            <a:fillRect/>
          </a:stretch>
        </p:blipFill>
        <p:spPr>
          <a:xfrm>
            <a:off x="4796501" y="3080041"/>
            <a:ext cx="2767271" cy="2491031"/>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3872E4EB-C989-58BD-CDA7-FBCF40926445}"/>
              </a:ext>
            </a:extLst>
          </p:cNvPr>
          <p:cNvPicPr>
            <a:picLocks noChangeAspect="1"/>
          </p:cNvPicPr>
          <p:nvPr/>
        </p:nvPicPr>
        <p:blipFill>
          <a:blip r:embed="rId3"/>
          <a:stretch>
            <a:fillRect/>
          </a:stretch>
        </p:blipFill>
        <p:spPr>
          <a:xfrm>
            <a:off x="740418" y="4532197"/>
            <a:ext cx="870770" cy="304769"/>
          </a:xfrm>
          <a:prstGeom prst="rect">
            <a:avLst/>
          </a:prstGeom>
        </p:spPr>
      </p:pic>
      <p:sp>
        <p:nvSpPr>
          <p:cNvPr id="3" name="Rectangle 2">
            <a:extLst>
              <a:ext uri="{FF2B5EF4-FFF2-40B4-BE49-F238E27FC236}">
                <a16:creationId xmlns:a16="http://schemas.microsoft.com/office/drawing/2014/main" id="{1C79E33D-A0C7-272F-B30F-76099D7CB9F1}"/>
              </a:ext>
            </a:extLst>
          </p:cNvPr>
          <p:cNvSpPr/>
          <p:nvPr/>
        </p:nvSpPr>
        <p:spPr>
          <a:xfrm>
            <a:off x="750942" y="3266399"/>
            <a:ext cx="4045559" cy="120927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pic>
        <p:nvPicPr>
          <p:cNvPr id="4" name="Picture 3" descr="A picture containing food, drawing&#10;&#10;Description automatically generated">
            <a:extLst>
              <a:ext uri="{FF2B5EF4-FFF2-40B4-BE49-F238E27FC236}">
                <a16:creationId xmlns:a16="http://schemas.microsoft.com/office/drawing/2014/main" id="{1C3B4F29-7368-DB99-7F80-D0A5663D7A10}"/>
              </a:ext>
            </a:extLst>
          </p:cNvPr>
          <p:cNvPicPr>
            <a:picLocks noChangeAspect="1"/>
          </p:cNvPicPr>
          <p:nvPr/>
        </p:nvPicPr>
        <p:blipFill>
          <a:blip r:embed="rId2"/>
          <a:stretch>
            <a:fillRect/>
          </a:stretch>
        </p:blipFill>
        <p:spPr>
          <a:xfrm>
            <a:off x="4796501" y="3080041"/>
            <a:ext cx="2767271" cy="2491031"/>
          </a:xfrm>
          <a:prstGeom prst="rect">
            <a:avLst/>
          </a:prstGeom>
        </p:spPr>
      </p:pic>
      <p:pic>
        <p:nvPicPr>
          <p:cNvPr id="7" name="Picture 6" descr="A picture containing text, clipart&#10;&#10;Description automatically generated">
            <a:extLst>
              <a:ext uri="{FF2B5EF4-FFF2-40B4-BE49-F238E27FC236}">
                <a16:creationId xmlns:a16="http://schemas.microsoft.com/office/drawing/2014/main" id="{E4B6AF67-A47A-650D-DAA3-C37B3DEE4961}"/>
              </a:ext>
            </a:extLst>
          </p:cNvPr>
          <p:cNvPicPr>
            <a:picLocks noChangeAspect="1"/>
          </p:cNvPicPr>
          <p:nvPr/>
        </p:nvPicPr>
        <p:blipFill>
          <a:blip r:embed="rId3"/>
          <a:stretch>
            <a:fillRect/>
          </a:stretch>
        </p:blipFill>
        <p:spPr>
          <a:xfrm>
            <a:off x="740418" y="4532197"/>
            <a:ext cx="870770" cy="304769"/>
          </a:xfrm>
          <a:prstGeom prst="rect">
            <a:avLst/>
          </a:prstGeom>
        </p:spPr>
      </p:pic>
      <p:sp>
        <p:nvSpPr>
          <p:cNvPr id="8" name="TextBox 7">
            <a:extLst>
              <a:ext uri="{FF2B5EF4-FFF2-40B4-BE49-F238E27FC236}">
                <a16:creationId xmlns:a16="http://schemas.microsoft.com/office/drawing/2014/main" id="{2FC0C6D1-2BC7-35E2-CAF9-A5670A042FF3}"/>
              </a:ext>
            </a:extLst>
          </p:cNvPr>
          <p:cNvSpPr txBox="1"/>
          <p:nvPr/>
        </p:nvSpPr>
        <p:spPr>
          <a:xfrm>
            <a:off x="670095" y="568489"/>
            <a:ext cx="6030852" cy="4124085"/>
          </a:xfrm>
          <a:prstGeom prst="rect">
            <a:avLst/>
          </a:prstGeom>
          <a:noFill/>
        </p:spPr>
        <p:txBody>
          <a:bodyPr wrap="square" lIns="251999" tIns="151200" rIns="72000" bIns="46800" rtlCol="0">
            <a:spAutoFit/>
          </a:bodyPr>
          <a:lstStyle/>
          <a:p>
            <a:pPr>
              <a:lnSpc>
                <a:spcPts val="10200"/>
              </a:lnSpc>
            </a:pPr>
            <a:r>
              <a:rPr lang="en-NL" sz="9600" dirty="0">
                <a:solidFill>
                  <a:schemeClr val="bg1"/>
                </a:solidFill>
                <a:latin typeface="American Captain" pitchFamily="2" charset="77"/>
              </a:rPr>
              <a:t>Change </a:t>
            </a:r>
          </a:p>
          <a:p>
            <a:pPr>
              <a:lnSpc>
                <a:spcPts val="10200"/>
              </a:lnSpc>
            </a:pPr>
            <a:r>
              <a:rPr lang="en-NL" sz="9600" dirty="0">
                <a:solidFill>
                  <a:schemeClr val="bg1"/>
                </a:solidFill>
                <a:latin typeface="American Captain" pitchFamily="2" charset="77"/>
              </a:rPr>
              <a:t>Title in Template</a:t>
            </a:r>
          </a:p>
        </p:txBody>
      </p:sp>
    </p:spTree>
    <p:extLst>
      <p:ext uri="{BB962C8B-B14F-4D97-AF65-F5344CB8AC3E}">
        <p14:creationId xmlns:p14="http://schemas.microsoft.com/office/powerpoint/2010/main" val="2769812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ordered Logo Small Name Gam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E677D8-A214-D58C-A664-540353E57612}"/>
              </a:ext>
            </a:extLst>
          </p:cNvPr>
          <p:cNvSpPr>
            <a:spLocks noGrp="1"/>
          </p:cNvSpPr>
          <p:nvPr>
            <p:ph type="ftr" sz="quarter" idx="11"/>
          </p:nvPr>
        </p:nvSpPr>
        <p:spPr/>
        <p:txBody>
          <a:bodyPr/>
          <a:lstStyle/>
          <a:p>
            <a:r>
              <a:rPr lang="en-GB" dirty="0"/>
              <a:t>V 1.0.1</a:t>
            </a:r>
            <a:endParaRPr lang="en-NL" dirty="0"/>
          </a:p>
        </p:txBody>
      </p:sp>
      <p:pic>
        <p:nvPicPr>
          <p:cNvPr id="14" name="Google Shape;115;p4">
            <a:extLst>
              <a:ext uri="{FF2B5EF4-FFF2-40B4-BE49-F238E27FC236}">
                <a16:creationId xmlns:a16="http://schemas.microsoft.com/office/drawing/2014/main" id="{A7A5395E-D195-B6D6-190D-B276B381D422}"/>
              </a:ext>
            </a:extLst>
          </p:cNvPr>
          <p:cNvPicPr preferRelativeResize="0"/>
          <p:nvPr/>
        </p:nvPicPr>
        <p:blipFill rotWithShape="1">
          <a:blip r:embed="rId2">
            <a:alphaModFix/>
          </a:blip>
          <a:srcRect/>
          <a:stretch/>
        </p:blipFill>
        <p:spPr>
          <a:xfrm>
            <a:off x="2423125" y="1822203"/>
            <a:ext cx="2925373" cy="1899142"/>
          </a:xfrm>
          <a:prstGeom prst="rect">
            <a:avLst/>
          </a:prstGeom>
          <a:noFill/>
          <a:ln>
            <a:noFill/>
          </a:ln>
        </p:spPr>
      </p:pic>
      <p:sp>
        <p:nvSpPr>
          <p:cNvPr id="5" name="TextBox 6">
            <a:extLst>
              <a:ext uri="{FF2B5EF4-FFF2-40B4-BE49-F238E27FC236}">
                <a16:creationId xmlns:a16="http://schemas.microsoft.com/office/drawing/2014/main" id="{D1FC2A46-EF4E-091F-1C07-157CCAD0D6E2}"/>
              </a:ext>
            </a:extLst>
          </p:cNvPr>
          <p:cNvSpPr txBox="1"/>
          <p:nvPr/>
        </p:nvSpPr>
        <p:spPr>
          <a:xfrm>
            <a:off x="1549595" y="4425262"/>
            <a:ext cx="4690661" cy="523220"/>
          </a:xfrm>
          <a:prstGeom prst="rect">
            <a:avLst/>
          </a:prstGeom>
          <a:noFill/>
        </p:spPr>
        <p:txBody>
          <a:bodyPr wrap="square" rtlCol="0">
            <a:spAutoFit/>
          </a:bodyPr>
          <a:lstStyle/>
          <a:p>
            <a:pPr algn="ctr"/>
            <a:r>
              <a:rPr lang="en-GB" sz="2800" dirty="0">
                <a:solidFill>
                  <a:sysClr val="windowText" lastClr="000000"/>
                </a:solidFill>
                <a:latin typeface="American Captain" pitchFamily="2" charset="77"/>
              </a:rPr>
              <a:t>Exploring Self-management</a:t>
            </a:r>
            <a:endParaRPr lang="en-NL" sz="2800" dirty="0">
              <a:solidFill>
                <a:sysClr val="windowText" lastClr="000000"/>
              </a:solidFill>
              <a:latin typeface="American Captain" pitchFamily="2" charset="77"/>
            </a:endParaRPr>
          </a:p>
        </p:txBody>
      </p:sp>
      <p:pic>
        <p:nvPicPr>
          <p:cNvPr id="2" name="Google Shape;115;p4">
            <a:extLst>
              <a:ext uri="{FF2B5EF4-FFF2-40B4-BE49-F238E27FC236}">
                <a16:creationId xmlns:a16="http://schemas.microsoft.com/office/drawing/2014/main" id="{239E3D9A-45E8-8847-2DC2-305195314080}"/>
              </a:ext>
            </a:extLst>
          </p:cNvPr>
          <p:cNvPicPr preferRelativeResize="0"/>
          <p:nvPr/>
        </p:nvPicPr>
        <p:blipFill rotWithShape="1">
          <a:blip r:embed="rId2">
            <a:alphaModFix/>
          </a:blip>
          <a:srcRect/>
          <a:stretch/>
        </p:blipFill>
        <p:spPr>
          <a:xfrm>
            <a:off x="2423125" y="1822203"/>
            <a:ext cx="2925373" cy="1899142"/>
          </a:xfrm>
          <a:prstGeom prst="rect">
            <a:avLst/>
          </a:prstGeom>
          <a:noFill/>
          <a:ln>
            <a:noFill/>
          </a:ln>
        </p:spPr>
      </p:pic>
    </p:spTree>
    <p:extLst>
      <p:ext uri="{BB962C8B-B14F-4D97-AF65-F5344CB8AC3E}">
        <p14:creationId xmlns:p14="http://schemas.microsoft.com/office/powerpoint/2010/main" val="3864766251"/>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guide id="3" orient="horz" pos="303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ue Bordered Logo Small Name Gam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E677D8-A214-D58C-A664-540353E57612}"/>
              </a:ext>
            </a:extLst>
          </p:cNvPr>
          <p:cNvSpPr>
            <a:spLocks noGrp="1"/>
          </p:cNvSpPr>
          <p:nvPr>
            <p:ph type="ftr" sz="quarter" idx="11"/>
          </p:nvPr>
        </p:nvSpPr>
        <p:spPr/>
        <p:txBody>
          <a:bodyPr/>
          <a:lstStyle/>
          <a:p>
            <a:r>
              <a:rPr lang="en-GB" dirty="0"/>
              <a:t>V 1.0.1</a:t>
            </a:r>
            <a:endParaRPr lang="en-NL" dirty="0"/>
          </a:p>
        </p:txBody>
      </p:sp>
      <p:pic>
        <p:nvPicPr>
          <p:cNvPr id="14" name="Google Shape;115;p4">
            <a:extLst>
              <a:ext uri="{FF2B5EF4-FFF2-40B4-BE49-F238E27FC236}">
                <a16:creationId xmlns:a16="http://schemas.microsoft.com/office/drawing/2014/main" id="{A7A5395E-D195-B6D6-190D-B276B381D422}"/>
              </a:ext>
            </a:extLst>
          </p:cNvPr>
          <p:cNvPicPr preferRelativeResize="0"/>
          <p:nvPr/>
        </p:nvPicPr>
        <p:blipFill rotWithShape="1">
          <a:blip r:embed="rId3">
            <a:alphaModFix/>
          </a:blip>
          <a:srcRect/>
          <a:stretch/>
        </p:blipFill>
        <p:spPr>
          <a:xfrm>
            <a:off x="2423125" y="1822203"/>
            <a:ext cx="2925373" cy="1899142"/>
          </a:xfrm>
          <a:prstGeom prst="rect">
            <a:avLst/>
          </a:prstGeom>
          <a:noFill/>
          <a:ln>
            <a:noFill/>
          </a:ln>
        </p:spPr>
      </p:pic>
      <p:sp>
        <p:nvSpPr>
          <p:cNvPr id="5" name="TextBox 6">
            <a:extLst>
              <a:ext uri="{FF2B5EF4-FFF2-40B4-BE49-F238E27FC236}">
                <a16:creationId xmlns:a16="http://schemas.microsoft.com/office/drawing/2014/main" id="{D1FC2A46-EF4E-091F-1C07-157CCAD0D6E2}"/>
              </a:ext>
            </a:extLst>
          </p:cNvPr>
          <p:cNvSpPr txBox="1"/>
          <p:nvPr/>
        </p:nvSpPr>
        <p:spPr>
          <a:xfrm>
            <a:off x="1549595" y="4425262"/>
            <a:ext cx="4690661" cy="523220"/>
          </a:xfrm>
          <a:prstGeom prst="rect">
            <a:avLst/>
          </a:prstGeom>
          <a:noFill/>
        </p:spPr>
        <p:txBody>
          <a:bodyPr wrap="square" rtlCol="0">
            <a:spAutoFit/>
          </a:bodyPr>
          <a:lstStyle/>
          <a:p>
            <a:pPr algn="ctr"/>
            <a:r>
              <a:rPr lang="en-GB" sz="2800" dirty="0">
                <a:solidFill>
                  <a:sysClr val="windowText" lastClr="000000"/>
                </a:solidFill>
                <a:latin typeface="American Captain" pitchFamily="2" charset="77"/>
              </a:rPr>
              <a:t>Name Game (replace in template)</a:t>
            </a:r>
            <a:endParaRPr lang="en-NL" sz="2800" dirty="0">
              <a:solidFill>
                <a:sysClr val="windowText" lastClr="000000"/>
              </a:solidFill>
              <a:latin typeface="American Captain" pitchFamily="2" charset="77"/>
            </a:endParaRPr>
          </a:p>
        </p:txBody>
      </p:sp>
      <p:pic>
        <p:nvPicPr>
          <p:cNvPr id="2" name="Google Shape;115;p4">
            <a:extLst>
              <a:ext uri="{FF2B5EF4-FFF2-40B4-BE49-F238E27FC236}">
                <a16:creationId xmlns:a16="http://schemas.microsoft.com/office/drawing/2014/main" id="{50FF8BCA-60FD-AF93-2C87-968B86AD0A7D}"/>
              </a:ext>
            </a:extLst>
          </p:cNvPr>
          <p:cNvPicPr preferRelativeResize="0"/>
          <p:nvPr/>
        </p:nvPicPr>
        <p:blipFill rotWithShape="1">
          <a:blip r:embed="rId3">
            <a:alphaModFix/>
          </a:blip>
          <a:srcRect/>
          <a:stretch/>
        </p:blipFill>
        <p:spPr>
          <a:xfrm>
            <a:off x="2423125" y="1822203"/>
            <a:ext cx="2925373" cy="1899142"/>
          </a:xfrm>
          <a:prstGeom prst="rect">
            <a:avLst/>
          </a:prstGeom>
          <a:noFill/>
          <a:ln>
            <a:noFill/>
          </a:ln>
        </p:spPr>
      </p:pic>
    </p:spTree>
    <p:extLst>
      <p:ext uri="{BB962C8B-B14F-4D97-AF65-F5344CB8AC3E}">
        <p14:creationId xmlns:p14="http://schemas.microsoft.com/office/powerpoint/2010/main" val="2776067645"/>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guide id="3" orient="horz" pos="303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reen Bordered Logo Small Name Gam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E677D8-A214-D58C-A664-540353E57612}"/>
              </a:ext>
            </a:extLst>
          </p:cNvPr>
          <p:cNvSpPr>
            <a:spLocks noGrp="1"/>
          </p:cNvSpPr>
          <p:nvPr>
            <p:ph type="ftr" sz="quarter" idx="11"/>
          </p:nvPr>
        </p:nvSpPr>
        <p:spPr/>
        <p:txBody>
          <a:bodyPr/>
          <a:lstStyle/>
          <a:p>
            <a:r>
              <a:rPr lang="en-GB" dirty="0"/>
              <a:t>V 1.0.1</a:t>
            </a:r>
            <a:endParaRPr lang="en-NL" dirty="0"/>
          </a:p>
        </p:txBody>
      </p:sp>
      <p:pic>
        <p:nvPicPr>
          <p:cNvPr id="14" name="Google Shape;115;p4">
            <a:extLst>
              <a:ext uri="{FF2B5EF4-FFF2-40B4-BE49-F238E27FC236}">
                <a16:creationId xmlns:a16="http://schemas.microsoft.com/office/drawing/2014/main" id="{A7A5395E-D195-B6D6-190D-B276B381D422}"/>
              </a:ext>
            </a:extLst>
          </p:cNvPr>
          <p:cNvPicPr preferRelativeResize="0"/>
          <p:nvPr/>
        </p:nvPicPr>
        <p:blipFill rotWithShape="1">
          <a:blip r:embed="rId3">
            <a:alphaModFix/>
          </a:blip>
          <a:srcRect/>
          <a:stretch/>
        </p:blipFill>
        <p:spPr>
          <a:xfrm>
            <a:off x="2423125" y="1822203"/>
            <a:ext cx="2925373" cy="1899142"/>
          </a:xfrm>
          <a:prstGeom prst="rect">
            <a:avLst/>
          </a:prstGeom>
          <a:noFill/>
          <a:ln>
            <a:noFill/>
          </a:ln>
        </p:spPr>
      </p:pic>
      <p:sp>
        <p:nvSpPr>
          <p:cNvPr id="5" name="TextBox 6">
            <a:extLst>
              <a:ext uri="{FF2B5EF4-FFF2-40B4-BE49-F238E27FC236}">
                <a16:creationId xmlns:a16="http://schemas.microsoft.com/office/drawing/2014/main" id="{D1FC2A46-EF4E-091F-1C07-157CCAD0D6E2}"/>
              </a:ext>
            </a:extLst>
          </p:cNvPr>
          <p:cNvSpPr txBox="1"/>
          <p:nvPr/>
        </p:nvSpPr>
        <p:spPr>
          <a:xfrm>
            <a:off x="1549595" y="4425262"/>
            <a:ext cx="4690661" cy="523220"/>
          </a:xfrm>
          <a:prstGeom prst="rect">
            <a:avLst/>
          </a:prstGeom>
          <a:noFill/>
        </p:spPr>
        <p:txBody>
          <a:bodyPr wrap="square" rtlCol="0">
            <a:spAutoFit/>
          </a:bodyPr>
          <a:lstStyle/>
          <a:p>
            <a:pPr algn="ctr"/>
            <a:r>
              <a:rPr lang="en-GB" sz="2800" dirty="0">
                <a:solidFill>
                  <a:sysClr val="windowText" lastClr="000000"/>
                </a:solidFill>
                <a:latin typeface="American Captain" pitchFamily="2" charset="77"/>
              </a:rPr>
              <a:t>Name Game (replace in template)</a:t>
            </a:r>
            <a:endParaRPr lang="en-NL" sz="2800" dirty="0">
              <a:solidFill>
                <a:sysClr val="windowText" lastClr="000000"/>
              </a:solidFill>
              <a:latin typeface="American Captain" pitchFamily="2" charset="77"/>
            </a:endParaRPr>
          </a:p>
        </p:txBody>
      </p:sp>
      <p:pic>
        <p:nvPicPr>
          <p:cNvPr id="2" name="Google Shape;115;p4">
            <a:extLst>
              <a:ext uri="{FF2B5EF4-FFF2-40B4-BE49-F238E27FC236}">
                <a16:creationId xmlns:a16="http://schemas.microsoft.com/office/drawing/2014/main" id="{15C4E10E-277D-8991-1A93-4CAB8FF23EB2}"/>
              </a:ext>
            </a:extLst>
          </p:cNvPr>
          <p:cNvPicPr preferRelativeResize="0"/>
          <p:nvPr/>
        </p:nvPicPr>
        <p:blipFill rotWithShape="1">
          <a:blip r:embed="rId3">
            <a:alphaModFix/>
          </a:blip>
          <a:srcRect/>
          <a:stretch/>
        </p:blipFill>
        <p:spPr>
          <a:xfrm>
            <a:off x="2423125" y="1822203"/>
            <a:ext cx="2925373" cy="1899142"/>
          </a:xfrm>
          <a:prstGeom prst="rect">
            <a:avLst/>
          </a:prstGeom>
          <a:noFill/>
          <a:ln>
            <a:noFill/>
          </a:ln>
        </p:spPr>
      </p:pic>
    </p:spTree>
    <p:extLst>
      <p:ext uri="{BB962C8B-B14F-4D97-AF65-F5344CB8AC3E}">
        <p14:creationId xmlns:p14="http://schemas.microsoft.com/office/powerpoint/2010/main" val="2955622488"/>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guide id="3" orient="horz" pos="303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ordered Title Car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3B9313AD-B5AF-1E1A-ED67-CBB5E3558278}"/>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spTree>
    <p:extLst>
      <p:ext uri="{BB962C8B-B14F-4D97-AF65-F5344CB8AC3E}">
        <p14:creationId xmlns:p14="http://schemas.microsoft.com/office/powerpoint/2010/main" val="4262979052"/>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ordered Title Card w/ additional text">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3B9313AD-B5AF-1E1A-ED67-CBB5E3558278}"/>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sp>
        <p:nvSpPr>
          <p:cNvPr id="4" name="Text Placeholder 3">
            <a:extLst>
              <a:ext uri="{FF2B5EF4-FFF2-40B4-BE49-F238E27FC236}">
                <a16:creationId xmlns:a16="http://schemas.microsoft.com/office/drawing/2014/main" id="{CD0114CE-D1DD-3DC8-82DA-595F80D07700}"/>
              </a:ext>
            </a:extLst>
          </p:cNvPr>
          <p:cNvSpPr>
            <a:spLocks noGrp="1"/>
          </p:cNvSpPr>
          <p:nvPr>
            <p:ph type="body" sz="quarter" idx="14" hasCustomPrompt="1"/>
          </p:nvPr>
        </p:nvSpPr>
        <p:spPr>
          <a:xfrm>
            <a:off x="708491" y="4465637"/>
            <a:ext cx="6372880" cy="460375"/>
          </a:xfrm>
          <a:prstGeom prst="rect">
            <a:avLst/>
          </a:prstGeom>
        </p:spPr>
        <p:txBody>
          <a:bodyPr anchor="ctr"/>
          <a:lstStyle>
            <a:lvl1pPr marL="0" indent="0" algn="ctr">
              <a:buNone/>
              <a:defRPr sz="2000">
                <a:solidFill>
                  <a:schemeClr val="bg1">
                    <a:lumMod val="50000"/>
                  </a:schemeClr>
                </a:solidFill>
                <a:latin typeface="Ubuntu" panose="020B0504030602030204" pitchFamily="34" charset="0"/>
              </a:defRPr>
            </a:lvl1pPr>
          </a:lstStyle>
          <a:p>
            <a:pPr lvl="0"/>
            <a:r>
              <a:rPr lang="en-GB" dirty="0"/>
              <a:t>Additional</a:t>
            </a:r>
            <a:r>
              <a:rPr lang="en-NL" dirty="0"/>
              <a:t> text</a:t>
            </a:r>
          </a:p>
        </p:txBody>
      </p:sp>
    </p:spTree>
    <p:extLst>
      <p:ext uri="{BB962C8B-B14F-4D97-AF65-F5344CB8AC3E}">
        <p14:creationId xmlns:p14="http://schemas.microsoft.com/office/powerpoint/2010/main" val="3689691819"/>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ordered Title Card Hexagons">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4DAB9CB-C335-F6FF-D609-D13D15F4E1B3}"/>
              </a:ext>
            </a:extLst>
          </p:cNvPr>
          <p:cNvGrpSpPr/>
          <p:nvPr/>
        </p:nvGrpSpPr>
        <p:grpSpPr>
          <a:xfrm>
            <a:off x="-264610" y="944802"/>
            <a:ext cx="552540" cy="3615523"/>
            <a:chOff x="-281544" y="944802"/>
            <a:chExt cx="552540" cy="3615523"/>
          </a:xfrm>
        </p:grpSpPr>
        <p:sp>
          <p:nvSpPr>
            <p:cNvPr id="7" name="Hexagon 6">
              <a:extLst>
                <a:ext uri="{FF2B5EF4-FFF2-40B4-BE49-F238E27FC236}">
                  <a16:creationId xmlns:a16="http://schemas.microsoft.com/office/drawing/2014/main" id="{4C0576DB-05B5-BFB6-BB4A-FFE34A66BAC9}"/>
                </a:ext>
              </a:extLst>
            </p:cNvPr>
            <p:cNvSpPr/>
            <p:nvPr/>
          </p:nvSpPr>
          <p:spPr>
            <a:xfrm>
              <a:off x="-270996" y="94480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8" name="Hexagon 7">
              <a:extLst>
                <a:ext uri="{FF2B5EF4-FFF2-40B4-BE49-F238E27FC236}">
                  <a16:creationId xmlns:a16="http://schemas.microsoft.com/office/drawing/2014/main" id="{F6EC4CBB-C3F4-3A0A-EF45-4E60ED3D31EB}"/>
                </a:ext>
              </a:extLst>
            </p:cNvPr>
            <p:cNvSpPr/>
            <p:nvPr/>
          </p:nvSpPr>
          <p:spPr>
            <a:xfrm>
              <a:off x="-275215" y="1474390"/>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9" name="Hexagon 8">
              <a:extLst>
                <a:ext uri="{FF2B5EF4-FFF2-40B4-BE49-F238E27FC236}">
                  <a16:creationId xmlns:a16="http://schemas.microsoft.com/office/drawing/2014/main" id="{390B3CFF-2FED-4682-E9D6-9755FC1E1C29}"/>
                </a:ext>
              </a:extLst>
            </p:cNvPr>
            <p:cNvSpPr/>
            <p:nvPr/>
          </p:nvSpPr>
          <p:spPr>
            <a:xfrm>
              <a:off x="-275215" y="2003978"/>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0" name="Hexagon 9">
              <a:extLst>
                <a:ext uri="{FF2B5EF4-FFF2-40B4-BE49-F238E27FC236}">
                  <a16:creationId xmlns:a16="http://schemas.microsoft.com/office/drawing/2014/main" id="{76413A21-D670-DCCC-C86B-07A3AE4E7BBC}"/>
                </a:ext>
              </a:extLst>
            </p:cNvPr>
            <p:cNvSpPr/>
            <p:nvPr/>
          </p:nvSpPr>
          <p:spPr>
            <a:xfrm>
              <a:off x="-279434" y="2533566"/>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1" name="Hexagon 10">
              <a:extLst>
                <a:ext uri="{FF2B5EF4-FFF2-40B4-BE49-F238E27FC236}">
                  <a16:creationId xmlns:a16="http://schemas.microsoft.com/office/drawing/2014/main" id="{BCE5F480-8D9A-D029-FF5A-77187140A097}"/>
                </a:ext>
              </a:extLst>
            </p:cNvPr>
            <p:cNvSpPr/>
            <p:nvPr/>
          </p:nvSpPr>
          <p:spPr>
            <a:xfrm>
              <a:off x="-277325" y="3065764"/>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2" name="Hexagon 11">
              <a:extLst>
                <a:ext uri="{FF2B5EF4-FFF2-40B4-BE49-F238E27FC236}">
                  <a16:creationId xmlns:a16="http://schemas.microsoft.com/office/drawing/2014/main" id="{53A9C4FB-D438-DE60-F1D2-87C7BD111B39}"/>
                </a:ext>
              </a:extLst>
            </p:cNvPr>
            <p:cNvSpPr/>
            <p:nvPr/>
          </p:nvSpPr>
          <p:spPr>
            <a:xfrm>
              <a:off x="-281544" y="359535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3" name="Hexagon 12">
              <a:extLst>
                <a:ext uri="{FF2B5EF4-FFF2-40B4-BE49-F238E27FC236}">
                  <a16:creationId xmlns:a16="http://schemas.microsoft.com/office/drawing/2014/main" id="{EF1F770B-65D0-8936-45CB-272FEE4FBC90}"/>
                </a:ext>
              </a:extLst>
            </p:cNvPr>
            <p:cNvSpPr/>
            <p:nvPr/>
          </p:nvSpPr>
          <p:spPr>
            <a:xfrm>
              <a:off x="-270996" y="4122329"/>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14" name="Group 13">
            <a:extLst>
              <a:ext uri="{FF2B5EF4-FFF2-40B4-BE49-F238E27FC236}">
                <a16:creationId xmlns:a16="http://schemas.microsoft.com/office/drawing/2014/main" id="{70CF543A-2279-3D76-D3D1-6A7E4F4B3B2F}"/>
              </a:ext>
            </a:extLst>
          </p:cNvPr>
          <p:cNvGrpSpPr/>
          <p:nvPr/>
        </p:nvGrpSpPr>
        <p:grpSpPr>
          <a:xfrm>
            <a:off x="7482371" y="944802"/>
            <a:ext cx="552540" cy="3615523"/>
            <a:chOff x="-281544" y="944802"/>
            <a:chExt cx="552540" cy="3615523"/>
          </a:xfrm>
        </p:grpSpPr>
        <p:sp>
          <p:nvSpPr>
            <p:cNvPr id="15" name="Hexagon 14">
              <a:extLst>
                <a:ext uri="{FF2B5EF4-FFF2-40B4-BE49-F238E27FC236}">
                  <a16:creationId xmlns:a16="http://schemas.microsoft.com/office/drawing/2014/main" id="{39793BBA-373D-8C73-2887-E5A5EDCB3715}"/>
                </a:ext>
              </a:extLst>
            </p:cNvPr>
            <p:cNvSpPr/>
            <p:nvPr/>
          </p:nvSpPr>
          <p:spPr>
            <a:xfrm>
              <a:off x="-270996" y="94480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6" name="Hexagon 15">
              <a:extLst>
                <a:ext uri="{FF2B5EF4-FFF2-40B4-BE49-F238E27FC236}">
                  <a16:creationId xmlns:a16="http://schemas.microsoft.com/office/drawing/2014/main" id="{1BA1B5F0-F965-3B54-A509-8BB090829398}"/>
                </a:ext>
              </a:extLst>
            </p:cNvPr>
            <p:cNvSpPr/>
            <p:nvPr/>
          </p:nvSpPr>
          <p:spPr>
            <a:xfrm>
              <a:off x="-275215" y="1474390"/>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7" name="Hexagon 16">
              <a:extLst>
                <a:ext uri="{FF2B5EF4-FFF2-40B4-BE49-F238E27FC236}">
                  <a16:creationId xmlns:a16="http://schemas.microsoft.com/office/drawing/2014/main" id="{B380CBA4-E779-4021-62FB-7AC776432C5E}"/>
                </a:ext>
              </a:extLst>
            </p:cNvPr>
            <p:cNvSpPr/>
            <p:nvPr/>
          </p:nvSpPr>
          <p:spPr>
            <a:xfrm>
              <a:off x="-275215" y="2003978"/>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8" name="Hexagon 17">
              <a:extLst>
                <a:ext uri="{FF2B5EF4-FFF2-40B4-BE49-F238E27FC236}">
                  <a16:creationId xmlns:a16="http://schemas.microsoft.com/office/drawing/2014/main" id="{D2097CE4-B77D-35EE-27FE-974165E78CEC}"/>
                </a:ext>
              </a:extLst>
            </p:cNvPr>
            <p:cNvSpPr/>
            <p:nvPr/>
          </p:nvSpPr>
          <p:spPr>
            <a:xfrm>
              <a:off x="-279434" y="2533566"/>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9" name="Hexagon 18">
              <a:extLst>
                <a:ext uri="{FF2B5EF4-FFF2-40B4-BE49-F238E27FC236}">
                  <a16:creationId xmlns:a16="http://schemas.microsoft.com/office/drawing/2014/main" id="{189F7FD7-93B0-8BC3-7D15-6A4189B86D7D}"/>
                </a:ext>
              </a:extLst>
            </p:cNvPr>
            <p:cNvSpPr/>
            <p:nvPr/>
          </p:nvSpPr>
          <p:spPr>
            <a:xfrm>
              <a:off x="-277325" y="3065764"/>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0" name="Hexagon 19">
              <a:extLst>
                <a:ext uri="{FF2B5EF4-FFF2-40B4-BE49-F238E27FC236}">
                  <a16:creationId xmlns:a16="http://schemas.microsoft.com/office/drawing/2014/main" id="{4D65D9F9-5F35-FEBC-6432-56B6965556C6}"/>
                </a:ext>
              </a:extLst>
            </p:cNvPr>
            <p:cNvSpPr/>
            <p:nvPr/>
          </p:nvSpPr>
          <p:spPr>
            <a:xfrm>
              <a:off x="-281544" y="359535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1" name="Hexagon 20">
              <a:extLst>
                <a:ext uri="{FF2B5EF4-FFF2-40B4-BE49-F238E27FC236}">
                  <a16:creationId xmlns:a16="http://schemas.microsoft.com/office/drawing/2014/main" id="{7AB22D5E-EB38-01E6-3B7C-7C4B0531330B}"/>
                </a:ext>
              </a:extLst>
            </p:cNvPr>
            <p:cNvSpPr/>
            <p:nvPr/>
          </p:nvSpPr>
          <p:spPr>
            <a:xfrm>
              <a:off x="-270996" y="4122329"/>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
        <p:nvSpPr>
          <p:cNvPr id="23" name="Text Placeholder 22">
            <a:extLst>
              <a:ext uri="{FF2B5EF4-FFF2-40B4-BE49-F238E27FC236}">
                <a16:creationId xmlns:a16="http://schemas.microsoft.com/office/drawing/2014/main" id="{3B9313AD-B5AF-1E1A-ED67-CBB5E3558278}"/>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grpSp>
        <p:nvGrpSpPr>
          <p:cNvPr id="2" name="Group 1">
            <a:extLst>
              <a:ext uri="{FF2B5EF4-FFF2-40B4-BE49-F238E27FC236}">
                <a16:creationId xmlns:a16="http://schemas.microsoft.com/office/drawing/2014/main" id="{BCCB83F0-E28E-83A9-C57F-FBF5E862F000}"/>
              </a:ext>
            </a:extLst>
          </p:cNvPr>
          <p:cNvGrpSpPr/>
          <p:nvPr/>
        </p:nvGrpSpPr>
        <p:grpSpPr>
          <a:xfrm>
            <a:off x="-264610" y="944802"/>
            <a:ext cx="552540" cy="3615523"/>
            <a:chOff x="-281544" y="944802"/>
            <a:chExt cx="552540" cy="3615523"/>
          </a:xfrm>
        </p:grpSpPr>
        <p:sp>
          <p:nvSpPr>
            <p:cNvPr id="3" name="Hexagon 2">
              <a:extLst>
                <a:ext uri="{FF2B5EF4-FFF2-40B4-BE49-F238E27FC236}">
                  <a16:creationId xmlns:a16="http://schemas.microsoft.com/office/drawing/2014/main" id="{FE18D4E3-AABE-7448-3884-59B26DCB7BE1}"/>
                </a:ext>
              </a:extLst>
            </p:cNvPr>
            <p:cNvSpPr/>
            <p:nvPr/>
          </p:nvSpPr>
          <p:spPr>
            <a:xfrm>
              <a:off x="-270996" y="94480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4" name="Hexagon 3">
              <a:extLst>
                <a:ext uri="{FF2B5EF4-FFF2-40B4-BE49-F238E27FC236}">
                  <a16:creationId xmlns:a16="http://schemas.microsoft.com/office/drawing/2014/main" id="{5EB4A121-CEEA-CE3F-A330-D21776665921}"/>
                </a:ext>
              </a:extLst>
            </p:cNvPr>
            <p:cNvSpPr/>
            <p:nvPr/>
          </p:nvSpPr>
          <p:spPr>
            <a:xfrm>
              <a:off x="-275215" y="1474390"/>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5" name="Hexagon 4">
              <a:extLst>
                <a:ext uri="{FF2B5EF4-FFF2-40B4-BE49-F238E27FC236}">
                  <a16:creationId xmlns:a16="http://schemas.microsoft.com/office/drawing/2014/main" id="{1102BEAE-4DE6-D118-382C-2489C1AD1C68}"/>
                </a:ext>
              </a:extLst>
            </p:cNvPr>
            <p:cNvSpPr/>
            <p:nvPr/>
          </p:nvSpPr>
          <p:spPr>
            <a:xfrm>
              <a:off x="-275215" y="2003978"/>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2" name="Hexagon 21">
              <a:extLst>
                <a:ext uri="{FF2B5EF4-FFF2-40B4-BE49-F238E27FC236}">
                  <a16:creationId xmlns:a16="http://schemas.microsoft.com/office/drawing/2014/main" id="{E26E46D9-C534-F688-2C9D-4E2E3A959A3A}"/>
                </a:ext>
              </a:extLst>
            </p:cNvPr>
            <p:cNvSpPr/>
            <p:nvPr/>
          </p:nvSpPr>
          <p:spPr>
            <a:xfrm>
              <a:off x="-279434" y="2533566"/>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4" name="Hexagon 23">
              <a:extLst>
                <a:ext uri="{FF2B5EF4-FFF2-40B4-BE49-F238E27FC236}">
                  <a16:creationId xmlns:a16="http://schemas.microsoft.com/office/drawing/2014/main" id="{B7A736CF-E873-8180-F0A9-593C539932A6}"/>
                </a:ext>
              </a:extLst>
            </p:cNvPr>
            <p:cNvSpPr/>
            <p:nvPr/>
          </p:nvSpPr>
          <p:spPr>
            <a:xfrm>
              <a:off x="-277325" y="3065764"/>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5" name="Hexagon 24">
              <a:extLst>
                <a:ext uri="{FF2B5EF4-FFF2-40B4-BE49-F238E27FC236}">
                  <a16:creationId xmlns:a16="http://schemas.microsoft.com/office/drawing/2014/main" id="{9F88A136-565B-718D-CEB3-22B0051DE198}"/>
                </a:ext>
              </a:extLst>
            </p:cNvPr>
            <p:cNvSpPr/>
            <p:nvPr/>
          </p:nvSpPr>
          <p:spPr>
            <a:xfrm>
              <a:off x="-281544" y="359535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6" name="Hexagon 25">
              <a:extLst>
                <a:ext uri="{FF2B5EF4-FFF2-40B4-BE49-F238E27FC236}">
                  <a16:creationId xmlns:a16="http://schemas.microsoft.com/office/drawing/2014/main" id="{A308E228-E1F0-0677-704C-49931E1ED9D3}"/>
                </a:ext>
              </a:extLst>
            </p:cNvPr>
            <p:cNvSpPr/>
            <p:nvPr/>
          </p:nvSpPr>
          <p:spPr>
            <a:xfrm>
              <a:off x="-270996" y="4122329"/>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27" name="Group 26">
            <a:extLst>
              <a:ext uri="{FF2B5EF4-FFF2-40B4-BE49-F238E27FC236}">
                <a16:creationId xmlns:a16="http://schemas.microsoft.com/office/drawing/2014/main" id="{BD6845A0-F46C-5820-68A1-229D9C772673}"/>
              </a:ext>
            </a:extLst>
          </p:cNvPr>
          <p:cNvGrpSpPr/>
          <p:nvPr/>
        </p:nvGrpSpPr>
        <p:grpSpPr>
          <a:xfrm>
            <a:off x="7482371" y="944802"/>
            <a:ext cx="552540" cy="3615523"/>
            <a:chOff x="-281544" y="944802"/>
            <a:chExt cx="552540" cy="3615523"/>
          </a:xfrm>
        </p:grpSpPr>
        <p:sp>
          <p:nvSpPr>
            <p:cNvPr id="28" name="Hexagon 27">
              <a:extLst>
                <a:ext uri="{FF2B5EF4-FFF2-40B4-BE49-F238E27FC236}">
                  <a16:creationId xmlns:a16="http://schemas.microsoft.com/office/drawing/2014/main" id="{3E2A97C1-651E-E4D9-1BEF-45800266431F}"/>
                </a:ext>
              </a:extLst>
            </p:cNvPr>
            <p:cNvSpPr/>
            <p:nvPr/>
          </p:nvSpPr>
          <p:spPr>
            <a:xfrm>
              <a:off x="-270996" y="94480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9" name="Hexagon 28">
              <a:extLst>
                <a:ext uri="{FF2B5EF4-FFF2-40B4-BE49-F238E27FC236}">
                  <a16:creationId xmlns:a16="http://schemas.microsoft.com/office/drawing/2014/main" id="{4F3B7CF5-3646-BC9E-2E65-E57E381997AA}"/>
                </a:ext>
              </a:extLst>
            </p:cNvPr>
            <p:cNvSpPr/>
            <p:nvPr/>
          </p:nvSpPr>
          <p:spPr>
            <a:xfrm>
              <a:off x="-275215" y="1474390"/>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0" name="Hexagon 29">
              <a:extLst>
                <a:ext uri="{FF2B5EF4-FFF2-40B4-BE49-F238E27FC236}">
                  <a16:creationId xmlns:a16="http://schemas.microsoft.com/office/drawing/2014/main" id="{3D33C432-AE5A-C825-AEB1-32D92CD2D006}"/>
                </a:ext>
              </a:extLst>
            </p:cNvPr>
            <p:cNvSpPr/>
            <p:nvPr/>
          </p:nvSpPr>
          <p:spPr>
            <a:xfrm>
              <a:off x="-275215" y="2003978"/>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1" name="Hexagon 30">
              <a:extLst>
                <a:ext uri="{FF2B5EF4-FFF2-40B4-BE49-F238E27FC236}">
                  <a16:creationId xmlns:a16="http://schemas.microsoft.com/office/drawing/2014/main" id="{9BEB6695-3ED5-422E-332C-BDAD81B4BB35}"/>
                </a:ext>
              </a:extLst>
            </p:cNvPr>
            <p:cNvSpPr/>
            <p:nvPr/>
          </p:nvSpPr>
          <p:spPr>
            <a:xfrm>
              <a:off x="-279434" y="2533566"/>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2" name="Hexagon 31">
              <a:extLst>
                <a:ext uri="{FF2B5EF4-FFF2-40B4-BE49-F238E27FC236}">
                  <a16:creationId xmlns:a16="http://schemas.microsoft.com/office/drawing/2014/main" id="{8344E131-20DB-8E3C-CFF9-70DA58818565}"/>
                </a:ext>
              </a:extLst>
            </p:cNvPr>
            <p:cNvSpPr/>
            <p:nvPr/>
          </p:nvSpPr>
          <p:spPr>
            <a:xfrm>
              <a:off x="-277325" y="3065764"/>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3" name="Hexagon 32">
              <a:extLst>
                <a:ext uri="{FF2B5EF4-FFF2-40B4-BE49-F238E27FC236}">
                  <a16:creationId xmlns:a16="http://schemas.microsoft.com/office/drawing/2014/main" id="{9D60D520-0F2B-647D-0E2A-4E9D0E1CC4BE}"/>
                </a:ext>
              </a:extLst>
            </p:cNvPr>
            <p:cNvSpPr/>
            <p:nvPr/>
          </p:nvSpPr>
          <p:spPr>
            <a:xfrm>
              <a:off x="-281544" y="359535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4" name="Hexagon 33">
              <a:extLst>
                <a:ext uri="{FF2B5EF4-FFF2-40B4-BE49-F238E27FC236}">
                  <a16:creationId xmlns:a16="http://schemas.microsoft.com/office/drawing/2014/main" id="{168F5750-F04B-C7F4-7847-5BD74B8FDD9A}"/>
                </a:ext>
              </a:extLst>
            </p:cNvPr>
            <p:cNvSpPr/>
            <p:nvPr/>
          </p:nvSpPr>
          <p:spPr>
            <a:xfrm>
              <a:off x="-270996" y="4122329"/>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Tree>
    <p:extLst>
      <p:ext uri="{BB962C8B-B14F-4D97-AF65-F5344CB8AC3E}">
        <p14:creationId xmlns:p14="http://schemas.microsoft.com/office/powerpoint/2010/main" val="2036644127"/>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ordered Title Card Triangles">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280AEA9-8B66-CF57-B390-CF413A31CF61}"/>
              </a:ext>
            </a:extLst>
          </p:cNvPr>
          <p:cNvGrpSpPr/>
          <p:nvPr/>
        </p:nvGrpSpPr>
        <p:grpSpPr>
          <a:xfrm>
            <a:off x="-317826" y="912619"/>
            <a:ext cx="654574" cy="3707648"/>
            <a:chOff x="-334760" y="912619"/>
            <a:chExt cx="654574" cy="3707648"/>
          </a:xfrm>
        </p:grpSpPr>
        <p:sp>
          <p:nvSpPr>
            <p:cNvPr id="7" name="Triangle 6">
              <a:extLst>
                <a:ext uri="{FF2B5EF4-FFF2-40B4-BE49-F238E27FC236}">
                  <a16:creationId xmlns:a16="http://schemas.microsoft.com/office/drawing/2014/main" id="{37A4D2AB-6AC8-BC06-382F-02093F17C73A}"/>
                </a:ext>
              </a:extLst>
            </p:cNvPr>
            <p:cNvSpPr/>
            <p:nvPr/>
          </p:nvSpPr>
          <p:spPr>
            <a:xfrm>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8" name="Triangle 7">
              <a:extLst>
                <a:ext uri="{FF2B5EF4-FFF2-40B4-BE49-F238E27FC236}">
                  <a16:creationId xmlns:a16="http://schemas.microsoft.com/office/drawing/2014/main" id="{030F592F-7D08-82A6-716C-2BEF01178D3C}"/>
                </a:ext>
              </a:extLst>
            </p:cNvPr>
            <p:cNvSpPr/>
            <p:nvPr/>
          </p:nvSpPr>
          <p:spPr>
            <a:xfrm>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9" name="Triangle 8">
              <a:extLst>
                <a:ext uri="{FF2B5EF4-FFF2-40B4-BE49-F238E27FC236}">
                  <a16:creationId xmlns:a16="http://schemas.microsoft.com/office/drawing/2014/main" id="{0CFB8A63-ED4C-A017-D8CD-999A511E8FFF}"/>
                </a:ext>
              </a:extLst>
            </p:cNvPr>
            <p:cNvSpPr/>
            <p:nvPr/>
          </p:nvSpPr>
          <p:spPr>
            <a:xfrm>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0" name="Triangle 9">
              <a:extLst>
                <a:ext uri="{FF2B5EF4-FFF2-40B4-BE49-F238E27FC236}">
                  <a16:creationId xmlns:a16="http://schemas.microsoft.com/office/drawing/2014/main" id="{EB802079-4BD8-D26B-8759-6877A0E12959}"/>
                </a:ext>
              </a:extLst>
            </p:cNvPr>
            <p:cNvSpPr/>
            <p:nvPr/>
          </p:nvSpPr>
          <p:spPr>
            <a:xfrm>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1" name="Triangle 10">
              <a:extLst>
                <a:ext uri="{FF2B5EF4-FFF2-40B4-BE49-F238E27FC236}">
                  <a16:creationId xmlns:a16="http://schemas.microsoft.com/office/drawing/2014/main" id="{F9766614-A4B2-EFA5-D8E6-95E04A3E923B}"/>
                </a:ext>
              </a:extLst>
            </p:cNvPr>
            <p:cNvSpPr/>
            <p:nvPr/>
          </p:nvSpPr>
          <p:spPr>
            <a:xfrm>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2" name="Triangle 11">
              <a:extLst>
                <a:ext uri="{FF2B5EF4-FFF2-40B4-BE49-F238E27FC236}">
                  <a16:creationId xmlns:a16="http://schemas.microsoft.com/office/drawing/2014/main" id="{1E72B862-7548-0BBA-B653-D21BCE31130F}"/>
                </a:ext>
              </a:extLst>
            </p:cNvPr>
            <p:cNvSpPr/>
            <p:nvPr/>
          </p:nvSpPr>
          <p:spPr>
            <a:xfrm>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13" name="Group 12">
            <a:extLst>
              <a:ext uri="{FF2B5EF4-FFF2-40B4-BE49-F238E27FC236}">
                <a16:creationId xmlns:a16="http://schemas.microsoft.com/office/drawing/2014/main" id="{15F357B2-0B49-9F77-CF8E-0B655788AA56}"/>
              </a:ext>
            </a:extLst>
          </p:cNvPr>
          <p:cNvGrpSpPr/>
          <p:nvPr/>
        </p:nvGrpSpPr>
        <p:grpSpPr>
          <a:xfrm>
            <a:off x="7422887" y="917951"/>
            <a:ext cx="654574" cy="3707648"/>
            <a:chOff x="-334760" y="912619"/>
            <a:chExt cx="654574" cy="3707648"/>
          </a:xfrm>
        </p:grpSpPr>
        <p:sp>
          <p:nvSpPr>
            <p:cNvPr id="14" name="Triangle 13">
              <a:extLst>
                <a:ext uri="{FF2B5EF4-FFF2-40B4-BE49-F238E27FC236}">
                  <a16:creationId xmlns:a16="http://schemas.microsoft.com/office/drawing/2014/main" id="{A51CF8E3-E2E1-06B9-714F-D86D3C40C3C2}"/>
                </a:ext>
              </a:extLst>
            </p:cNvPr>
            <p:cNvSpPr/>
            <p:nvPr/>
          </p:nvSpPr>
          <p:spPr>
            <a:xfrm>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5" name="Triangle 14">
              <a:extLst>
                <a:ext uri="{FF2B5EF4-FFF2-40B4-BE49-F238E27FC236}">
                  <a16:creationId xmlns:a16="http://schemas.microsoft.com/office/drawing/2014/main" id="{4B56A093-271C-9224-34A5-901FA9B3BE86}"/>
                </a:ext>
              </a:extLst>
            </p:cNvPr>
            <p:cNvSpPr/>
            <p:nvPr/>
          </p:nvSpPr>
          <p:spPr>
            <a:xfrm>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6" name="Triangle 15">
              <a:extLst>
                <a:ext uri="{FF2B5EF4-FFF2-40B4-BE49-F238E27FC236}">
                  <a16:creationId xmlns:a16="http://schemas.microsoft.com/office/drawing/2014/main" id="{10A01C06-A038-9D08-56B7-2345DA627470}"/>
                </a:ext>
              </a:extLst>
            </p:cNvPr>
            <p:cNvSpPr/>
            <p:nvPr/>
          </p:nvSpPr>
          <p:spPr>
            <a:xfrm>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7" name="Triangle 16">
              <a:extLst>
                <a:ext uri="{FF2B5EF4-FFF2-40B4-BE49-F238E27FC236}">
                  <a16:creationId xmlns:a16="http://schemas.microsoft.com/office/drawing/2014/main" id="{2F3E4EEB-8D36-127C-CD91-530D7FDF276A}"/>
                </a:ext>
              </a:extLst>
            </p:cNvPr>
            <p:cNvSpPr/>
            <p:nvPr/>
          </p:nvSpPr>
          <p:spPr>
            <a:xfrm>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8" name="Triangle 17">
              <a:extLst>
                <a:ext uri="{FF2B5EF4-FFF2-40B4-BE49-F238E27FC236}">
                  <a16:creationId xmlns:a16="http://schemas.microsoft.com/office/drawing/2014/main" id="{9DF15F27-C65B-A5E4-6DA9-3C0E1E2D23D2}"/>
                </a:ext>
              </a:extLst>
            </p:cNvPr>
            <p:cNvSpPr/>
            <p:nvPr/>
          </p:nvSpPr>
          <p:spPr>
            <a:xfrm>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9" name="Triangle 18">
              <a:extLst>
                <a:ext uri="{FF2B5EF4-FFF2-40B4-BE49-F238E27FC236}">
                  <a16:creationId xmlns:a16="http://schemas.microsoft.com/office/drawing/2014/main" id="{67849DAD-B541-8290-39C2-4DD5C0AADDD3}"/>
                </a:ext>
              </a:extLst>
            </p:cNvPr>
            <p:cNvSpPr/>
            <p:nvPr/>
          </p:nvSpPr>
          <p:spPr>
            <a:xfrm>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
        <p:nvSpPr>
          <p:cNvPr id="20" name="Text Placeholder 22">
            <a:extLst>
              <a:ext uri="{FF2B5EF4-FFF2-40B4-BE49-F238E27FC236}">
                <a16:creationId xmlns:a16="http://schemas.microsoft.com/office/drawing/2014/main" id="{83ECE12B-2523-F80F-7A6F-6E7283FB23D9}"/>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grpSp>
        <p:nvGrpSpPr>
          <p:cNvPr id="2" name="Group 1">
            <a:extLst>
              <a:ext uri="{FF2B5EF4-FFF2-40B4-BE49-F238E27FC236}">
                <a16:creationId xmlns:a16="http://schemas.microsoft.com/office/drawing/2014/main" id="{BF45EFE6-6966-ABE2-8A02-DBAEA3F65E50}"/>
              </a:ext>
            </a:extLst>
          </p:cNvPr>
          <p:cNvGrpSpPr/>
          <p:nvPr/>
        </p:nvGrpSpPr>
        <p:grpSpPr>
          <a:xfrm>
            <a:off x="-317826" y="912619"/>
            <a:ext cx="654574" cy="3707648"/>
            <a:chOff x="-334760" y="912619"/>
            <a:chExt cx="654574" cy="3707648"/>
          </a:xfrm>
        </p:grpSpPr>
        <p:sp>
          <p:nvSpPr>
            <p:cNvPr id="3" name="Triangle 2">
              <a:extLst>
                <a:ext uri="{FF2B5EF4-FFF2-40B4-BE49-F238E27FC236}">
                  <a16:creationId xmlns:a16="http://schemas.microsoft.com/office/drawing/2014/main" id="{8B0E960E-AF2A-45E3-D9E3-9E1AAE1F87B4}"/>
                </a:ext>
              </a:extLst>
            </p:cNvPr>
            <p:cNvSpPr/>
            <p:nvPr/>
          </p:nvSpPr>
          <p:spPr>
            <a:xfrm>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4" name="Triangle 3">
              <a:extLst>
                <a:ext uri="{FF2B5EF4-FFF2-40B4-BE49-F238E27FC236}">
                  <a16:creationId xmlns:a16="http://schemas.microsoft.com/office/drawing/2014/main" id="{A88366DE-40ED-3549-EB3E-7B18FD4FA716}"/>
                </a:ext>
              </a:extLst>
            </p:cNvPr>
            <p:cNvSpPr/>
            <p:nvPr/>
          </p:nvSpPr>
          <p:spPr>
            <a:xfrm>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5" name="Triangle 4">
              <a:extLst>
                <a:ext uri="{FF2B5EF4-FFF2-40B4-BE49-F238E27FC236}">
                  <a16:creationId xmlns:a16="http://schemas.microsoft.com/office/drawing/2014/main" id="{6579CC43-766F-71F4-3ED8-7928C7856174}"/>
                </a:ext>
              </a:extLst>
            </p:cNvPr>
            <p:cNvSpPr/>
            <p:nvPr/>
          </p:nvSpPr>
          <p:spPr>
            <a:xfrm>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1" name="Triangle 20">
              <a:extLst>
                <a:ext uri="{FF2B5EF4-FFF2-40B4-BE49-F238E27FC236}">
                  <a16:creationId xmlns:a16="http://schemas.microsoft.com/office/drawing/2014/main" id="{571E2952-1A1A-381E-31A5-63775732C849}"/>
                </a:ext>
              </a:extLst>
            </p:cNvPr>
            <p:cNvSpPr/>
            <p:nvPr/>
          </p:nvSpPr>
          <p:spPr>
            <a:xfrm>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2" name="Triangle 21">
              <a:extLst>
                <a:ext uri="{FF2B5EF4-FFF2-40B4-BE49-F238E27FC236}">
                  <a16:creationId xmlns:a16="http://schemas.microsoft.com/office/drawing/2014/main" id="{84DA13D9-B125-081B-1798-76CD8186F3D4}"/>
                </a:ext>
              </a:extLst>
            </p:cNvPr>
            <p:cNvSpPr/>
            <p:nvPr/>
          </p:nvSpPr>
          <p:spPr>
            <a:xfrm>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3" name="Triangle 22">
              <a:extLst>
                <a:ext uri="{FF2B5EF4-FFF2-40B4-BE49-F238E27FC236}">
                  <a16:creationId xmlns:a16="http://schemas.microsoft.com/office/drawing/2014/main" id="{A3240F38-3146-A108-B852-A250D41E6644}"/>
                </a:ext>
              </a:extLst>
            </p:cNvPr>
            <p:cNvSpPr/>
            <p:nvPr/>
          </p:nvSpPr>
          <p:spPr>
            <a:xfrm>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24" name="Group 23">
            <a:extLst>
              <a:ext uri="{FF2B5EF4-FFF2-40B4-BE49-F238E27FC236}">
                <a16:creationId xmlns:a16="http://schemas.microsoft.com/office/drawing/2014/main" id="{29E27491-5001-F453-1CAD-7B2DD6B14F5F}"/>
              </a:ext>
            </a:extLst>
          </p:cNvPr>
          <p:cNvGrpSpPr/>
          <p:nvPr/>
        </p:nvGrpSpPr>
        <p:grpSpPr>
          <a:xfrm>
            <a:off x="7422887" y="917951"/>
            <a:ext cx="654574" cy="3707648"/>
            <a:chOff x="-334760" y="912619"/>
            <a:chExt cx="654574" cy="3707648"/>
          </a:xfrm>
        </p:grpSpPr>
        <p:sp>
          <p:nvSpPr>
            <p:cNvPr id="25" name="Triangle 24">
              <a:extLst>
                <a:ext uri="{FF2B5EF4-FFF2-40B4-BE49-F238E27FC236}">
                  <a16:creationId xmlns:a16="http://schemas.microsoft.com/office/drawing/2014/main" id="{B652699A-F3F3-018F-CB9E-F0DEA9FEF9A0}"/>
                </a:ext>
              </a:extLst>
            </p:cNvPr>
            <p:cNvSpPr/>
            <p:nvPr/>
          </p:nvSpPr>
          <p:spPr>
            <a:xfrm>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6" name="Triangle 25">
              <a:extLst>
                <a:ext uri="{FF2B5EF4-FFF2-40B4-BE49-F238E27FC236}">
                  <a16:creationId xmlns:a16="http://schemas.microsoft.com/office/drawing/2014/main" id="{FDDC1C14-E4A0-35B9-A78D-F11BA4770717}"/>
                </a:ext>
              </a:extLst>
            </p:cNvPr>
            <p:cNvSpPr/>
            <p:nvPr/>
          </p:nvSpPr>
          <p:spPr>
            <a:xfrm>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7" name="Triangle 26">
              <a:extLst>
                <a:ext uri="{FF2B5EF4-FFF2-40B4-BE49-F238E27FC236}">
                  <a16:creationId xmlns:a16="http://schemas.microsoft.com/office/drawing/2014/main" id="{7B72EC96-0C70-6D8F-BCFE-1AC07A574541}"/>
                </a:ext>
              </a:extLst>
            </p:cNvPr>
            <p:cNvSpPr/>
            <p:nvPr/>
          </p:nvSpPr>
          <p:spPr>
            <a:xfrm>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8" name="Triangle 27">
              <a:extLst>
                <a:ext uri="{FF2B5EF4-FFF2-40B4-BE49-F238E27FC236}">
                  <a16:creationId xmlns:a16="http://schemas.microsoft.com/office/drawing/2014/main" id="{F161A126-3D1B-FCD0-C9F6-DD3DA3C91C69}"/>
                </a:ext>
              </a:extLst>
            </p:cNvPr>
            <p:cNvSpPr/>
            <p:nvPr/>
          </p:nvSpPr>
          <p:spPr>
            <a:xfrm>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9" name="Triangle 28">
              <a:extLst>
                <a:ext uri="{FF2B5EF4-FFF2-40B4-BE49-F238E27FC236}">
                  <a16:creationId xmlns:a16="http://schemas.microsoft.com/office/drawing/2014/main" id="{4C10F12C-97F1-4D74-D9A6-A5C1243673A8}"/>
                </a:ext>
              </a:extLst>
            </p:cNvPr>
            <p:cNvSpPr/>
            <p:nvPr/>
          </p:nvSpPr>
          <p:spPr>
            <a:xfrm>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0" name="Triangle 29">
              <a:extLst>
                <a:ext uri="{FF2B5EF4-FFF2-40B4-BE49-F238E27FC236}">
                  <a16:creationId xmlns:a16="http://schemas.microsoft.com/office/drawing/2014/main" id="{901AC332-2D05-5D73-438A-3F9BCFE805B6}"/>
                </a:ext>
              </a:extLst>
            </p:cNvPr>
            <p:cNvSpPr/>
            <p:nvPr/>
          </p:nvSpPr>
          <p:spPr>
            <a:xfrm>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Tree>
    <p:extLst>
      <p:ext uri="{BB962C8B-B14F-4D97-AF65-F5344CB8AC3E}">
        <p14:creationId xmlns:p14="http://schemas.microsoft.com/office/powerpoint/2010/main" val="4167062172"/>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ordered Title Card Circles">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62D1AC1-27FE-2010-F645-D8A6C34BEF54}"/>
              </a:ext>
            </a:extLst>
          </p:cNvPr>
          <p:cNvGrpSpPr/>
          <p:nvPr/>
        </p:nvGrpSpPr>
        <p:grpSpPr>
          <a:xfrm>
            <a:off x="-206239" y="759388"/>
            <a:ext cx="467777" cy="3969283"/>
            <a:chOff x="-223173" y="759388"/>
            <a:chExt cx="467777" cy="3969283"/>
          </a:xfrm>
        </p:grpSpPr>
        <p:sp>
          <p:nvSpPr>
            <p:cNvPr id="6" name="Oval 5">
              <a:extLst>
                <a:ext uri="{FF2B5EF4-FFF2-40B4-BE49-F238E27FC236}">
                  <a16:creationId xmlns:a16="http://schemas.microsoft.com/office/drawing/2014/main" id="{D9223210-CDC6-2A1E-25E4-F64B463E9F49}"/>
                </a:ext>
              </a:extLst>
            </p:cNvPr>
            <p:cNvSpPr/>
            <p:nvPr/>
          </p:nvSpPr>
          <p:spPr>
            <a:xfrm>
              <a:off x="-223173" y="759388"/>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7" name="Oval 6">
              <a:extLst>
                <a:ext uri="{FF2B5EF4-FFF2-40B4-BE49-F238E27FC236}">
                  <a16:creationId xmlns:a16="http://schemas.microsoft.com/office/drawing/2014/main" id="{FF2CB8F9-BD1E-FD42-35E6-8CDBE392E5F6}"/>
                </a:ext>
              </a:extLst>
            </p:cNvPr>
            <p:cNvSpPr/>
            <p:nvPr/>
          </p:nvSpPr>
          <p:spPr>
            <a:xfrm>
              <a:off x="-223173" y="1346545"/>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8" name="Oval 7">
              <a:extLst>
                <a:ext uri="{FF2B5EF4-FFF2-40B4-BE49-F238E27FC236}">
                  <a16:creationId xmlns:a16="http://schemas.microsoft.com/office/drawing/2014/main" id="{FC320A38-5C7B-1D37-9AD8-D193CB1084AD}"/>
                </a:ext>
              </a:extLst>
            </p:cNvPr>
            <p:cNvSpPr/>
            <p:nvPr/>
          </p:nvSpPr>
          <p:spPr>
            <a:xfrm>
              <a:off x="-210581" y="1933701"/>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9" name="Oval 8">
              <a:extLst>
                <a:ext uri="{FF2B5EF4-FFF2-40B4-BE49-F238E27FC236}">
                  <a16:creationId xmlns:a16="http://schemas.microsoft.com/office/drawing/2014/main" id="{96CBF34A-464E-13C3-9974-42EB69EC863F}"/>
                </a:ext>
              </a:extLst>
            </p:cNvPr>
            <p:cNvSpPr/>
            <p:nvPr/>
          </p:nvSpPr>
          <p:spPr>
            <a:xfrm>
              <a:off x="-201742" y="2520857"/>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0" name="Oval 9">
              <a:extLst>
                <a:ext uri="{FF2B5EF4-FFF2-40B4-BE49-F238E27FC236}">
                  <a16:creationId xmlns:a16="http://schemas.microsoft.com/office/drawing/2014/main" id="{5C3C8325-D899-EDD7-A8BD-947B8B24BBA8}"/>
                </a:ext>
              </a:extLst>
            </p:cNvPr>
            <p:cNvSpPr/>
            <p:nvPr/>
          </p:nvSpPr>
          <p:spPr>
            <a:xfrm>
              <a:off x="-201743" y="3108013"/>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1" name="Oval 10">
              <a:extLst>
                <a:ext uri="{FF2B5EF4-FFF2-40B4-BE49-F238E27FC236}">
                  <a16:creationId xmlns:a16="http://schemas.microsoft.com/office/drawing/2014/main" id="{38722114-D653-DC26-7DAE-A8FB82C7978F}"/>
                </a:ext>
              </a:extLst>
            </p:cNvPr>
            <p:cNvSpPr/>
            <p:nvPr/>
          </p:nvSpPr>
          <p:spPr>
            <a:xfrm>
              <a:off x="-201743" y="3695170"/>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2" name="Oval 11">
              <a:extLst>
                <a:ext uri="{FF2B5EF4-FFF2-40B4-BE49-F238E27FC236}">
                  <a16:creationId xmlns:a16="http://schemas.microsoft.com/office/drawing/2014/main" id="{1AC61B78-F449-C925-3546-A1B34B23F8DD}"/>
                </a:ext>
              </a:extLst>
            </p:cNvPr>
            <p:cNvSpPr/>
            <p:nvPr/>
          </p:nvSpPr>
          <p:spPr>
            <a:xfrm>
              <a:off x="-201743" y="4282326"/>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13" name="Group 12">
            <a:extLst>
              <a:ext uri="{FF2B5EF4-FFF2-40B4-BE49-F238E27FC236}">
                <a16:creationId xmlns:a16="http://schemas.microsoft.com/office/drawing/2014/main" id="{C08AB430-285E-06A3-1B84-8BC6AFAAC278}"/>
              </a:ext>
            </a:extLst>
          </p:cNvPr>
          <p:cNvGrpSpPr/>
          <p:nvPr/>
        </p:nvGrpSpPr>
        <p:grpSpPr>
          <a:xfrm>
            <a:off x="7524752" y="787133"/>
            <a:ext cx="467777" cy="3969283"/>
            <a:chOff x="-223173" y="759388"/>
            <a:chExt cx="467777" cy="3969283"/>
          </a:xfrm>
        </p:grpSpPr>
        <p:sp>
          <p:nvSpPr>
            <p:cNvPr id="14" name="Oval 13">
              <a:extLst>
                <a:ext uri="{FF2B5EF4-FFF2-40B4-BE49-F238E27FC236}">
                  <a16:creationId xmlns:a16="http://schemas.microsoft.com/office/drawing/2014/main" id="{FF92835C-2A27-77D9-F093-70DFA1359E50}"/>
                </a:ext>
              </a:extLst>
            </p:cNvPr>
            <p:cNvSpPr/>
            <p:nvPr/>
          </p:nvSpPr>
          <p:spPr>
            <a:xfrm>
              <a:off x="-223173" y="759388"/>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5" name="Oval 14">
              <a:extLst>
                <a:ext uri="{FF2B5EF4-FFF2-40B4-BE49-F238E27FC236}">
                  <a16:creationId xmlns:a16="http://schemas.microsoft.com/office/drawing/2014/main" id="{E7092B30-E7AA-D312-0199-BDCA540FDEC4}"/>
                </a:ext>
              </a:extLst>
            </p:cNvPr>
            <p:cNvSpPr/>
            <p:nvPr/>
          </p:nvSpPr>
          <p:spPr>
            <a:xfrm>
              <a:off x="-223173" y="1346545"/>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6" name="Oval 15">
              <a:extLst>
                <a:ext uri="{FF2B5EF4-FFF2-40B4-BE49-F238E27FC236}">
                  <a16:creationId xmlns:a16="http://schemas.microsoft.com/office/drawing/2014/main" id="{DFD6FEAB-AE72-B4D1-9774-1EDA925B35DE}"/>
                </a:ext>
              </a:extLst>
            </p:cNvPr>
            <p:cNvSpPr/>
            <p:nvPr/>
          </p:nvSpPr>
          <p:spPr>
            <a:xfrm>
              <a:off x="-210581" y="1933701"/>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7" name="Oval 16">
              <a:extLst>
                <a:ext uri="{FF2B5EF4-FFF2-40B4-BE49-F238E27FC236}">
                  <a16:creationId xmlns:a16="http://schemas.microsoft.com/office/drawing/2014/main" id="{9F171CDC-C8D8-9B2F-E918-9AD543AC9CA7}"/>
                </a:ext>
              </a:extLst>
            </p:cNvPr>
            <p:cNvSpPr/>
            <p:nvPr/>
          </p:nvSpPr>
          <p:spPr>
            <a:xfrm>
              <a:off x="-201742" y="2520857"/>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8" name="Oval 17">
              <a:extLst>
                <a:ext uri="{FF2B5EF4-FFF2-40B4-BE49-F238E27FC236}">
                  <a16:creationId xmlns:a16="http://schemas.microsoft.com/office/drawing/2014/main" id="{D64FC999-98B3-E3DC-3FBB-9BD47D95E87D}"/>
                </a:ext>
              </a:extLst>
            </p:cNvPr>
            <p:cNvSpPr/>
            <p:nvPr/>
          </p:nvSpPr>
          <p:spPr>
            <a:xfrm>
              <a:off x="-201743" y="3108013"/>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9" name="Oval 18">
              <a:extLst>
                <a:ext uri="{FF2B5EF4-FFF2-40B4-BE49-F238E27FC236}">
                  <a16:creationId xmlns:a16="http://schemas.microsoft.com/office/drawing/2014/main" id="{6EC3659D-191A-91FA-C180-9FDAECC009BF}"/>
                </a:ext>
              </a:extLst>
            </p:cNvPr>
            <p:cNvSpPr/>
            <p:nvPr/>
          </p:nvSpPr>
          <p:spPr>
            <a:xfrm>
              <a:off x="-201743" y="3695170"/>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0" name="Oval 19">
              <a:extLst>
                <a:ext uri="{FF2B5EF4-FFF2-40B4-BE49-F238E27FC236}">
                  <a16:creationId xmlns:a16="http://schemas.microsoft.com/office/drawing/2014/main" id="{F77C22EA-226D-7266-F96E-D3C80948A222}"/>
                </a:ext>
              </a:extLst>
            </p:cNvPr>
            <p:cNvSpPr/>
            <p:nvPr/>
          </p:nvSpPr>
          <p:spPr>
            <a:xfrm>
              <a:off x="-201743" y="4282326"/>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
        <p:nvSpPr>
          <p:cNvPr id="21" name="Text Placeholder 22">
            <a:extLst>
              <a:ext uri="{FF2B5EF4-FFF2-40B4-BE49-F238E27FC236}">
                <a16:creationId xmlns:a16="http://schemas.microsoft.com/office/drawing/2014/main" id="{3FFC277E-B53B-969F-6CEC-2BDE32AF8175}"/>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grpSp>
        <p:nvGrpSpPr>
          <p:cNvPr id="3" name="Group 2">
            <a:extLst>
              <a:ext uri="{FF2B5EF4-FFF2-40B4-BE49-F238E27FC236}">
                <a16:creationId xmlns:a16="http://schemas.microsoft.com/office/drawing/2014/main" id="{182C473E-EE1A-4EA4-8F39-26D733C3B28F}"/>
              </a:ext>
            </a:extLst>
          </p:cNvPr>
          <p:cNvGrpSpPr/>
          <p:nvPr/>
        </p:nvGrpSpPr>
        <p:grpSpPr>
          <a:xfrm>
            <a:off x="-206239" y="759388"/>
            <a:ext cx="467777" cy="3969283"/>
            <a:chOff x="-223173" y="759388"/>
            <a:chExt cx="467777" cy="3969283"/>
          </a:xfrm>
        </p:grpSpPr>
        <p:sp>
          <p:nvSpPr>
            <p:cNvPr id="4" name="Oval 3">
              <a:extLst>
                <a:ext uri="{FF2B5EF4-FFF2-40B4-BE49-F238E27FC236}">
                  <a16:creationId xmlns:a16="http://schemas.microsoft.com/office/drawing/2014/main" id="{53F7F88D-7897-E1EC-7F64-AE2676980DC4}"/>
                </a:ext>
              </a:extLst>
            </p:cNvPr>
            <p:cNvSpPr/>
            <p:nvPr/>
          </p:nvSpPr>
          <p:spPr>
            <a:xfrm>
              <a:off x="-223173" y="759388"/>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5" name="Oval 4">
              <a:extLst>
                <a:ext uri="{FF2B5EF4-FFF2-40B4-BE49-F238E27FC236}">
                  <a16:creationId xmlns:a16="http://schemas.microsoft.com/office/drawing/2014/main" id="{986D3A83-6327-1113-B76F-89A5F06B6106}"/>
                </a:ext>
              </a:extLst>
            </p:cNvPr>
            <p:cNvSpPr/>
            <p:nvPr/>
          </p:nvSpPr>
          <p:spPr>
            <a:xfrm>
              <a:off x="-223173" y="1346545"/>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2" name="Oval 21">
              <a:extLst>
                <a:ext uri="{FF2B5EF4-FFF2-40B4-BE49-F238E27FC236}">
                  <a16:creationId xmlns:a16="http://schemas.microsoft.com/office/drawing/2014/main" id="{EEFB9605-1F29-6BCD-DAED-81DE27C1DF63}"/>
                </a:ext>
              </a:extLst>
            </p:cNvPr>
            <p:cNvSpPr/>
            <p:nvPr/>
          </p:nvSpPr>
          <p:spPr>
            <a:xfrm>
              <a:off x="-210581" y="1933701"/>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3" name="Oval 22">
              <a:extLst>
                <a:ext uri="{FF2B5EF4-FFF2-40B4-BE49-F238E27FC236}">
                  <a16:creationId xmlns:a16="http://schemas.microsoft.com/office/drawing/2014/main" id="{BD1ACDA6-E2B9-040D-D784-BBC71CA71EEA}"/>
                </a:ext>
              </a:extLst>
            </p:cNvPr>
            <p:cNvSpPr/>
            <p:nvPr/>
          </p:nvSpPr>
          <p:spPr>
            <a:xfrm>
              <a:off x="-201742" y="2520857"/>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4" name="Oval 23">
              <a:extLst>
                <a:ext uri="{FF2B5EF4-FFF2-40B4-BE49-F238E27FC236}">
                  <a16:creationId xmlns:a16="http://schemas.microsoft.com/office/drawing/2014/main" id="{77B9AC76-99A3-C652-216C-B5D053AC2ED7}"/>
                </a:ext>
              </a:extLst>
            </p:cNvPr>
            <p:cNvSpPr/>
            <p:nvPr/>
          </p:nvSpPr>
          <p:spPr>
            <a:xfrm>
              <a:off x="-201743" y="3108013"/>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5" name="Oval 24">
              <a:extLst>
                <a:ext uri="{FF2B5EF4-FFF2-40B4-BE49-F238E27FC236}">
                  <a16:creationId xmlns:a16="http://schemas.microsoft.com/office/drawing/2014/main" id="{491FC4BA-0F5E-37E6-B7EB-175E0EFFA063}"/>
                </a:ext>
              </a:extLst>
            </p:cNvPr>
            <p:cNvSpPr/>
            <p:nvPr/>
          </p:nvSpPr>
          <p:spPr>
            <a:xfrm>
              <a:off x="-201743" y="3695170"/>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6" name="Oval 25">
              <a:extLst>
                <a:ext uri="{FF2B5EF4-FFF2-40B4-BE49-F238E27FC236}">
                  <a16:creationId xmlns:a16="http://schemas.microsoft.com/office/drawing/2014/main" id="{376070CA-B7AE-58E7-D79B-87D08E55FBC4}"/>
                </a:ext>
              </a:extLst>
            </p:cNvPr>
            <p:cNvSpPr/>
            <p:nvPr/>
          </p:nvSpPr>
          <p:spPr>
            <a:xfrm>
              <a:off x="-201743" y="4282326"/>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27" name="Group 26">
            <a:extLst>
              <a:ext uri="{FF2B5EF4-FFF2-40B4-BE49-F238E27FC236}">
                <a16:creationId xmlns:a16="http://schemas.microsoft.com/office/drawing/2014/main" id="{0B7C29D0-99E2-9F6A-A2EC-B1C11B13D7D9}"/>
              </a:ext>
            </a:extLst>
          </p:cNvPr>
          <p:cNvGrpSpPr/>
          <p:nvPr/>
        </p:nvGrpSpPr>
        <p:grpSpPr>
          <a:xfrm>
            <a:off x="7524752" y="787133"/>
            <a:ext cx="467777" cy="3969283"/>
            <a:chOff x="-223173" y="759388"/>
            <a:chExt cx="467777" cy="3969283"/>
          </a:xfrm>
        </p:grpSpPr>
        <p:sp>
          <p:nvSpPr>
            <p:cNvPr id="28" name="Oval 27">
              <a:extLst>
                <a:ext uri="{FF2B5EF4-FFF2-40B4-BE49-F238E27FC236}">
                  <a16:creationId xmlns:a16="http://schemas.microsoft.com/office/drawing/2014/main" id="{01D8CCDB-A8FA-8031-CED9-F1C93C1F3308}"/>
                </a:ext>
              </a:extLst>
            </p:cNvPr>
            <p:cNvSpPr/>
            <p:nvPr/>
          </p:nvSpPr>
          <p:spPr>
            <a:xfrm>
              <a:off x="-223173" y="759388"/>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9" name="Oval 28">
              <a:extLst>
                <a:ext uri="{FF2B5EF4-FFF2-40B4-BE49-F238E27FC236}">
                  <a16:creationId xmlns:a16="http://schemas.microsoft.com/office/drawing/2014/main" id="{6555CC4E-58A9-347A-D4D1-B6A8D9B3E4A6}"/>
                </a:ext>
              </a:extLst>
            </p:cNvPr>
            <p:cNvSpPr/>
            <p:nvPr/>
          </p:nvSpPr>
          <p:spPr>
            <a:xfrm>
              <a:off x="-223173" y="1346545"/>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0" name="Oval 29">
              <a:extLst>
                <a:ext uri="{FF2B5EF4-FFF2-40B4-BE49-F238E27FC236}">
                  <a16:creationId xmlns:a16="http://schemas.microsoft.com/office/drawing/2014/main" id="{E4D8641D-D908-96AB-A912-961D791D64C4}"/>
                </a:ext>
              </a:extLst>
            </p:cNvPr>
            <p:cNvSpPr/>
            <p:nvPr/>
          </p:nvSpPr>
          <p:spPr>
            <a:xfrm>
              <a:off x="-210581" y="1933701"/>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1" name="Oval 30">
              <a:extLst>
                <a:ext uri="{FF2B5EF4-FFF2-40B4-BE49-F238E27FC236}">
                  <a16:creationId xmlns:a16="http://schemas.microsoft.com/office/drawing/2014/main" id="{7F6AE986-7A5F-3A1A-6BEB-34D18ACC399F}"/>
                </a:ext>
              </a:extLst>
            </p:cNvPr>
            <p:cNvSpPr/>
            <p:nvPr/>
          </p:nvSpPr>
          <p:spPr>
            <a:xfrm>
              <a:off x="-201742" y="2520857"/>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2" name="Oval 31">
              <a:extLst>
                <a:ext uri="{FF2B5EF4-FFF2-40B4-BE49-F238E27FC236}">
                  <a16:creationId xmlns:a16="http://schemas.microsoft.com/office/drawing/2014/main" id="{43A29EB3-3CDA-35CC-DFDB-E80AA153B7CA}"/>
                </a:ext>
              </a:extLst>
            </p:cNvPr>
            <p:cNvSpPr/>
            <p:nvPr/>
          </p:nvSpPr>
          <p:spPr>
            <a:xfrm>
              <a:off x="-201743" y="3108013"/>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3" name="Oval 32">
              <a:extLst>
                <a:ext uri="{FF2B5EF4-FFF2-40B4-BE49-F238E27FC236}">
                  <a16:creationId xmlns:a16="http://schemas.microsoft.com/office/drawing/2014/main" id="{118E709B-7164-1891-3101-F07892C4DD86}"/>
                </a:ext>
              </a:extLst>
            </p:cNvPr>
            <p:cNvSpPr/>
            <p:nvPr/>
          </p:nvSpPr>
          <p:spPr>
            <a:xfrm>
              <a:off x="-201743" y="3695170"/>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4" name="Oval 33">
              <a:extLst>
                <a:ext uri="{FF2B5EF4-FFF2-40B4-BE49-F238E27FC236}">
                  <a16:creationId xmlns:a16="http://schemas.microsoft.com/office/drawing/2014/main" id="{3978FCF8-0312-7DB0-8155-156179208EA7}"/>
                </a:ext>
              </a:extLst>
            </p:cNvPr>
            <p:cNvSpPr/>
            <p:nvPr/>
          </p:nvSpPr>
          <p:spPr>
            <a:xfrm>
              <a:off x="-201743" y="4282326"/>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Tree>
    <p:extLst>
      <p:ext uri="{BB962C8B-B14F-4D97-AF65-F5344CB8AC3E}">
        <p14:creationId xmlns:p14="http://schemas.microsoft.com/office/powerpoint/2010/main" val="346901981"/>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ordered Title Card Squares">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47CDE47-A247-B4D9-6DAE-1A0561CE28D7}"/>
              </a:ext>
            </a:extLst>
          </p:cNvPr>
          <p:cNvGrpSpPr/>
          <p:nvPr/>
        </p:nvGrpSpPr>
        <p:grpSpPr>
          <a:xfrm>
            <a:off x="-214266" y="846908"/>
            <a:ext cx="428531" cy="3849734"/>
            <a:chOff x="-211217" y="823607"/>
            <a:chExt cx="428531" cy="3849734"/>
          </a:xfrm>
        </p:grpSpPr>
        <p:sp>
          <p:nvSpPr>
            <p:cNvPr id="6" name="Rounded Rectangle 5">
              <a:extLst>
                <a:ext uri="{FF2B5EF4-FFF2-40B4-BE49-F238E27FC236}">
                  <a16:creationId xmlns:a16="http://schemas.microsoft.com/office/drawing/2014/main" id="{AEBE7EDF-B153-09AC-7EAF-E22FA54E4732}"/>
                </a:ext>
              </a:extLst>
            </p:cNvPr>
            <p:cNvSpPr/>
            <p:nvPr/>
          </p:nvSpPr>
          <p:spPr>
            <a:xfrm>
              <a:off x="-211217" y="82360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7" name="Rounded Rectangle 6">
              <a:extLst>
                <a:ext uri="{FF2B5EF4-FFF2-40B4-BE49-F238E27FC236}">
                  <a16:creationId xmlns:a16="http://schemas.microsoft.com/office/drawing/2014/main" id="{0E136EA9-427D-FB1F-0AF7-5D099906298D}"/>
                </a:ext>
              </a:extLst>
            </p:cNvPr>
            <p:cNvSpPr/>
            <p:nvPr/>
          </p:nvSpPr>
          <p:spPr>
            <a:xfrm>
              <a:off x="-209163" y="139481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8" name="Rounded Rectangle 7">
              <a:extLst>
                <a:ext uri="{FF2B5EF4-FFF2-40B4-BE49-F238E27FC236}">
                  <a16:creationId xmlns:a16="http://schemas.microsoft.com/office/drawing/2014/main" id="{731D2881-BB10-5ECA-BDCF-414C13EEC220}"/>
                </a:ext>
              </a:extLst>
            </p:cNvPr>
            <p:cNvSpPr/>
            <p:nvPr/>
          </p:nvSpPr>
          <p:spPr>
            <a:xfrm>
              <a:off x="-211217" y="196604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9" name="Rounded Rectangle 8">
              <a:extLst>
                <a:ext uri="{FF2B5EF4-FFF2-40B4-BE49-F238E27FC236}">
                  <a16:creationId xmlns:a16="http://schemas.microsoft.com/office/drawing/2014/main" id="{BE8A130E-7DED-F6D0-1EC3-A1D621A6E5F7}"/>
                </a:ext>
              </a:extLst>
            </p:cNvPr>
            <p:cNvSpPr/>
            <p:nvPr/>
          </p:nvSpPr>
          <p:spPr>
            <a:xfrm>
              <a:off x="-207955" y="253725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0" name="Rounded Rectangle 9">
              <a:extLst>
                <a:ext uri="{FF2B5EF4-FFF2-40B4-BE49-F238E27FC236}">
                  <a16:creationId xmlns:a16="http://schemas.microsoft.com/office/drawing/2014/main" id="{602EF693-0715-F65E-A4AB-82C5AF656806}"/>
                </a:ext>
              </a:extLst>
            </p:cNvPr>
            <p:cNvSpPr/>
            <p:nvPr/>
          </p:nvSpPr>
          <p:spPr>
            <a:xfrm>
              <a:off x="-205689" y="3108473"/>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1" name="Rounded Rectangle 10">
              <a:extLst>
                <a:ext uri="{FF2B5EF4-FFF2-40B4-BE49-F238E27FC236}">
                  <a16:creationId xmlns:a16="http://schemas.microsoft.com/office/drawing/2014/main" id="{329037B4-1885-5B44-A62D-23025EAA9D76}"/>
                </a:ext>
              </a:extLst>
            </p:cNvPr>
            <p:cNvSpPr/>
            <p:nvPr/>
          </p:nvSpPr>
          <p:spPr>
            <a:xfrm>
              <a:off x="-211217" y="367969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2" name="Rounded Rectangle 11">
              <a:extLst>
                <a:ext uri="{FF2B5EF4-FFF2-40B4-BE49-F238E27FC236}">
                  <a16:creationId xmlns:a16="http://schemas.microsoft.com/office/drawing/2014/main" id="{413DAAC8-A447-EFD4-58A8-03CA2FB74725}"/>
                </a:ext>
              </a:extLst>
            </p:cNvPr>
            <p:cNvSpPr/>
            <p:nvPr/>
          </p:nvSpPr>
          <p:spPr>
            <a:xfrm>
              <a:off x="-205121" y="425090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13" name="Group 12">
            <a:extLst>
              <a:ext uri="{FF2B5EF4-FFF2-40B4-BE49-F238E27FC236}">
                <a16:creationId xmlns:a16="http://schemas.microsoft.com/office/drawing/2014/main" id="{6AD7A663-55D3-8A74-1F85-FC07DC16C605}"/>
              </a:ext>
            </a:extLst>
          </p:cNvPr>
          <p:cNvGrpSpPr/>
          <p:nvPr/>
        </p:nvGrpSpPr>
        <p:grpSpPr>
          <a:xfrm>
            <a:off x="7544375" y="846908"/>
            <a:ext cx="428531" cy="3849734"/>
            <a:chOff x="-211217" y="823607"/>
            <a:chExt cx="428531" cy="3849734"/>
          </a:xfrm>
        </p:grpSpPr>
        <p:sp>
          <p:nvSpPr>
            <p:cNvPr id="14" name="Rounded Rectangle 13">
              <a:extLst>
                <a:ext uri="{FF2B5EF4-FFF2-40B4-BE49-F238E27FC236}">
                  <a16:creationId xmlns:a16="http://schemas.microsoft.com/office/drawing/2014/main" id="{67F0A7CA-905F-8431-6DCB-0D512084B587}"/>
                </a:ext>
              </a:extLst>
            </p:cNvPr>
            <p:cNvSpPr/>
            <p:nvPr/>
          </p:nvSpPr>
          <p:spPr>
            <a:xfrm>
              <a:off x="-211217" y="82360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5" name="Rounded Rectangle 14">
              <a:extLst>
                <a:ext uri="{FF2B5EF4-FFF2-40B4-BE49-F238E27FC236}">
                  <a16:creationId xmlns:a16="http://schemas.microsoft.com/office/drawing/2014/main" id="{71C05A53-A18F-864C-825D-B9C21E472182}"/>
                </a:ext>
              </a:extLst>
            </p:cNvPr>
            <p:cNvSpPr/>
            <p:nvPr/>
          </p:nvSpPr>
          <p:spPr>
            <a:xfrm>
              <a:off x="-209163" y="139481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6" name="Rounded Rectangle 15">
              <a:extLst>
                <a:ext uri="{FF2B5EF4-FFF2-40B4-BE49-F238E27FC236}">
                  <a16:creationId xmlns:a16="http://schemas.microsoft.com/office/drawing/2014/main" id="{A1A99929-70D9-CB3A-3064-03CFBD459C2E}"/>
                </a:ext>
              </a:extLst>
            </p:cNvPr>
            <p:cNvSpPr/>
            <p:nvPr/>
          </p:nvSpPr>
          <p:spPr>
            <a:xfrm>
              <a:off x="-211217" y="196604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7" name="Rounded Rectangle 16">
              <a:extLst>
                <a:ext uri="{FF2B5EF4-FFF2-40B4-BE49-F238E27FC236}">
                  <a16:creationId xmlns:a16="http://schemas.microsoft.com/office/drawing/2014/main" id="{840BF7CC-57C8-2ADD-20B6-D6377A9DDBE7}"/>
                </a:ext>
              </a:extLst>
            </p:cNvPr>
            <p:cNvSpPr/>
            <p:nvPr/>
          </p:nvSpPr>
          <p:spPr>
            <a:xfrm>
              <a:off x="-207955" y="253725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8" name="Rounded Rectangle 17">
              <a:extLst>
                <a:ext uri="{FF2B5EF4-FFF2-40B4-BE49-F238E27FC236}">
                  <a16:creationId xmlns:a16="http://schemas.microsoft.com/office/drawing/2014/main" id="{484A5FB4-87F1-479D-1374-21A8A5160BA4}"/>
                </a:ext>
              </a:extLst>
            </p:cNvPr>
            <p:cNvSpPr/>
            <p:nvPr/>
          </p:nvSpPr>
          <p:spPr>
            <a:xfrm>
              <a:off x="-205689" y="3108473"/>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9" name="Rounded Rectangle 18">
              <a:extLst>
                <a:ext uri="{FF2B5EF4-FFF2-40B4-BE49-F238E27FC236}">
                  <a16:creationId xmlns:a16="http://schemas.microsoft.com/office/drawing/2014/main" id="{82751413-3C26-9B72-2C76-FD2FCAAB78D8}"/>
                </a:ext>
              </a:extLst>
            </p:cNvPr>
            <p:cNvSpPr/>
            <p:nvPr/>
          </p:nvSpPr>
          <p:spPr>
            <a:xfrm>
              <a:off x="-211217" y="367969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0" name="Rounded Rectangle 19">
              <a:extLst>
                <a:ext uri="{FF2B5EF4-FFF2-40B4-BE49-F238E27FC236}">
                  <a16:creationId xmlns:a16="http://schemas.microsoft.com/office/drawing/2014/main" id="{7CD065E2-72DF-2B16-0E3C-E4EAD26FDB49}"/>
                </a:ext>
              </a:extLst>
            </p:cNvPr>
            <p:cNvSpPr/>
            <p:nvPr/>
          </p:nvSpPr>
          <p:spPr>
            <a:xfrm>
              <a:off x="-205121" y="425090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
        <p:nvSpPr>
          <p:cNvPr id="21" name="Text Placeholder 22">
            <a:extLst>
              <a:ext uri="{FF2B5EF4-FFF2-40B4-BE49-F238E27FC236}">
                <a16:creationId xmlns:a16="http://schemas.microsoft.com/office/drawing/2014/main" id="{E10EE069-10A3-459D-27CB-66666B780CB4}"/>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grpSp>
        <p:nvGrpSpPr>
          <p:cNvPr id="3" name="Group 2">
            <a:extLst>
              <a:ext uri="{FF2B5EF4-FFF2-40B4-BE49-F238E27FC236}">
                <a16:creationId xmlns:a16="http://schemas.microsoft.com/office/drawing/2014/main" id="{48E35F68-6F41-66A7-3DC5-78A514F8956B}"/>
              </a:ext>
            </a:extLst>
          </p:cNvPr>
          <p:cNvGrpSpPr/>
          <p:nvPr/>
        </p:nvGrpSpPr>
        <p:grpSpPr>
          <a:xfrm>
            <a:off x="-214266" y="846908"/>
            <a:ext cx="428531" cy="3849734"/>
            <a:chOff x="-211217" y="823607"/>
            <a:chExt cx="428531" cy="3849734"/>
          </a:xfrm>
        </p:grpSpPr>
        <p:sp>
          <p:nvSpPr>
            <p:cNvPr id="4" name="Rounded Rectangle 3">
              <a:extLst>
                <a:ext uri="{FF2B5EF4-FFF2-40B4-BE49-F238E27FC236}">
                  <a16:creationId xmlns:a16="http://schemas.microsoft.com/office/drawing/2014/main" id="{8CA8BE51-183A-2F07-0B1B-24B20332B6BE}"/>
                </a:ext>
              </a:extLst>
            </p:cNvPr>
            <p:cNvSpPr/>
            <p:nvPr/>
          </p:nvSpPr>
          <p:spPr>
            <a:xfrm>
              <a:off x="-211217" y="82360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5" name="Rounded Rectangle 4">
              <a:extLst>
                <a:ext uri="{FF2B5EF4-FFF2-40B4-BE49-F238E27FC236}">
                  <a16:creationId xmlns:a16="http://schemas.microsoft.com/office/drawing/2014/main" id="{B3C974BE-D218-805B-7088-B33D970B91F4}"/>
                </a:ext>
              </a:extLst>
            </p:cNvPr>
            <p:cNvSpPr/>
            <p:nvPr/>
          </p:nvSpPr>
          <p:spPr>
            <a:xfrm>
              <a:off x="-209163" y="139481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2" name="Rounded Rectangle 21">
              <a:extLst>
                <a:ext uri="{FF2B5EF4-FFF2-40B4-BE49-F238E27FC236}">
                  <a16:creationId xmlns:a16="http://schemas.microsoft.com/office/drawing/2014/main" id="{A61B9250-01C0-A54A-A7E1-CB34A474E3C0}"/>
                </a:ext>
              </a:extLst>
            </p:cNvPr>
            <p:cNvSpPr/>
            <p:nvPr/>
          </p:nvSpPr>
          <p:spPr>
            <a:xfrm>
              <a:off x="-211217" y="196604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3" name="Rounded Rectangle 22">
              <a:extLst>
                <a:ext uri="{FF2B5EF4-FFF2-40B4-BE49-F238E27FC236}">
                  <a16:creationId xmlns:a16="http://schemas.microsoft.com/office/drawing/2014/main" id="{7AA67AB4-1996-EE35-C5DD-D9DF37C4D8F5}"/>
                </a:ext>
              </a:extLst>
            </p:cNvPr>
            <p:cNvSpPr/>
            <p:nvPr/>
          </p:nvSpPr>
          <p:spPr>
            <a:xfrm>
              <a:off x="-207955" y="253725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4" name="Rounded Rectangle 23">
              <a:extLst>
                <a:ext uri="{FF2B5EF4-FFF2-40B4-BE49-F238E27FC236}">
                  <a16:creationId xmlns:a16="http://schemas.microsoft.com/office/drawing/2014/main" id="{75A0C465-45F5-9EA9-C818-BEA039F9B373}"/>
                </a:ext>
              </a:extLst>
            </p:cNvPr>
            <p:cNvSpPr/>
            <p:nvPr/>
          </p:nvSpPr>
          <p:spPr>
            <a:xfrm>
              <a:off x="-205689" y="3108473"/>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5" name="Rounded Rectangle 24">
              <a:extLst>
                <a:ext uri="{FF2B5EF4-FFF2-40B4-BE49-F238E27FC236}">
                  <a16:creationId xmlns:a16="http://schemas.microsoft.com/office/drawing/2014/main" id="{7B838386-1DC4-8C37-D58E-75A870ACEB2C}"/>
                </a:ext>
              </a:extLst>
            </p:cNvPr>
            <p:cNvSpPr/>
            <p:nvPr/>
          </p:nvSpPr>
          <p:spPr>
            <a:xfrm>
              <a:off x="-211217" y="367969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6" name="Rounded Rectangle 25">
              <a:extLst>
                <a:ext uri="{FF2B5EF4-FFF2-40B4-BE49-F238E27FC236}">
                  <a16:creationId xmlns:a16="http://schemas.microsoft.com/office/drawing/2014/main" id="{B20760EB-63FE-51CF-6FF4-4C9C6AF4CFAB}"/>
                </a:ext>
              </a:extLst>
            </p:cNvPr>
            <p:cNvSpPr/>
            <p:nvPr/>
          </p:nvSpPr>
          <p:spPr>
            <a:xfrm>
              <a:off x="-205121" y="425090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27" name="Group 26">
            <a:extLst>
              <a:ext uri="{FF2B5EF4-FFF2-40B4-BE49-F238E27FC236}">
                <a16:creationId xmlns:a16="http://schemas.microsoft.com/office/drawing/2014/main" id="{8F5663F5-BF2F-955E-E1E5-245170AF1E22}"/>
              </a:ext>
            </a:extLst>
          </p:cNvPr>
          <p:cNvGrpSpPr/>
          <p:nvPr/>
        </p:nvGrpSpPr>
        <p:grpSpPr>
          <a:xfrm>
            <a:off x="7544375" y="846908"/>
            <a:ext cx="428531" cy="3849734"/>
            <a:chOff x="-211217" y="823607"/>
            <a:chExt cx="428531" cy="3849734"/>
          </a:xfrm>
        </p:grpSpPr>
        <p:sp>
          <p:nvSpPr>
            <p:cNvPr id="28" name="Rounded Rectangle 27">
              <a:extLst>
                <a:ext uri="{FF2B5EF4-FFF2-40B4-BE49-F238E27FC236}">
                  <a16:creationId xmlns:a16="http://schemas.microsoft.com/office/drawing/2014/main" id="{8AE19D08-CDAB-8954-6129-0F83AF6E6388}"/>
                </a:ext>
              </a:extLst>
            </p:cNvPr>
            <p:cNvSpPr/>
            <p:nvPr/>
          </p:nvSpPr>
          <p:spPr>
            <a:xfrm>
              <a:off x="-211217" y="82360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9" name="Rounded Rectangle 28">
              <a:extLst>
                <a:ext uri="{FF2B5EF4-FFF2-40B4-BE49-F238E27FC236}">
                  <a16:creationId xmlns:a16="http://schemas.microsoft.com/office/drawing/2014/main" id="{0BF0F205-CD2D-9766-1999-6391F437C6B5}"/>
                </a:ext>
              </a:extLst>
            </p:cNvPr>
            <p:cNvSpPr/>
            <p:nvPr/>
          </p:nvSpPr>
          <p:spPr>
            <a:xfrm>
              <a:off x="-209163" y="139481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0" name="Rounded Rectangle 29">
              <a:extLst>
                <a:ext uri="{FF2B5EF4-FFF2-40B4-BE49-F238E27FC236}">
                  <a16:creationId xmlns:a16="http://schemas.microsoft.com/office/drawing/2014/main" id="{4ACDF134-3501-BD70-FD9F-FD81418F3B81}"/>
                </a:ext>
              </a:extLst>
            </p:cNvPr>
            <p:cNvSpPr/>
            <p:nvPr/>
          </p:nvSpPr>
          <p:spPr>
            <a:xfrm>
              <a:off x="-211217" y="196604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1" name="Rounded Rectangle 30">
              <a:extLst>
                <a:ext uri="{FF2B5EF4-FFF2-40B4-BE49-F238E27FC236}">
                  <a16:creationId xmlns:a16="http://schemas.microsoft.com/office/drawing/2014/main" id="{68432012-B56E-25F4-337A-44DB945E85D7}"/>
                </a:ext>
              </a:extLst>
            </p:cNvPr>
            <p:cNvSpPr/>
            <p:nvPr/>
          </p:nvSpPr>
          <p:spPr>
            <a:xfrm>
              <a:off x="-207955" y="253725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2" name="Rounded Rectangle 31">
              <a:extLst>
                <a:ext uri="{FF2B5EF4-FFF2-40B4-BE49-F238E27FC236}">
                  <a16:creationId xmlns:a16="http://schemas.microsoft.com/office/drawing/2014/main" id="{BA62EE74-5103-C521-A918-3642C754ED69}"/>
                </a:ext>
              </a:extLst>
            </p:cNvPr>
            <p:cNvSpPr/>
            <p:nvPr/>
          </p:nvSpPr>
          <p:spPr>
            <a:xfrm>
              <a:off x="-205689" y="3108473"/>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3" name="Rounded Rectangle 32">
              <a:extLst>
                <a:ext uri="{FF2B5EF4-FFF2-40B4-BE49-F238E27FC236}">
                  <a16:creationId xmlns:a16="http://schemas.microsoft.com/office/drawing/2014/main" id="{5B9E8AFE-C11E-A838-7A2E-7B0D463715C8}"/>
                </a:ext>
              </a:extLst>
            </p:cNvPr>
            <p:cNvSpPr/>
            <p:nvPr/>
          </p:nvSpPr>
          <p:spPr>
            <a:xfrm>
              <a:off x="-211217" y="367969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4" name="Rounded Rectangle 33">
              <a:extLst>
                <a:ext uri="{FF2B5EF4-FFF2-40B4-BE49-F238E27FC236}">
                  <a16:creationId xmlns:a16="http://schemas.microsoft.com/office/drawing/2014/main" id="{B8F63335-A6DB-8E92-BBC8-3B640379893B}"/>
                </a:ext>
              </a:extLst>
            </p:cNvPr>
            <p:cNvSpPr/>
            <p:nvPr/>
          </p:nvSpPr>
          <p:spPr>
            <a:xfrm>
              <a:off x="-205121" y="425090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Tree>
    <p:extLst>
      <p:ext uri="{BB962C8B-B14F-4D97-AF65-F5344CB8AC3E}">
        <p14:creationId xmlns:p14="http://schemas.microsoft.com/office/powerpoint/2010/main" val="152981780"/>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ordered Title Card Suns">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E6F3569-BABD-E488-57B8-7BF7B580BBA9}"/>
              </a:ext>
            </a:extLst>
          </p:cNvPr>
          <p:cNvGrpSpPr/>
          <p:nvPr/>
        </p:nvGrpSpPr>
        <p:grpSpPr>
          <a:xfrm>
            <a:off x="7477605" y="902073"/>
            <a:ext cx="562071" cy="3739403"/>
            <a:chOff x="-274986" y="1188204"/>
            <a:chExt cx="562071" cy="3739403"/>
          </a:xfrm>
        </p:grpSpPr>
        <p:sp>
          <p:nvSpPr>
            <p:cNvPr id="6" name="Sun 5">
              <a:extLst>
                <a:ext uri="{FF2B5EF4-FFF2-40B4-BE49-F238E27FC236}">
                  <a16:creationId xmlns:a16="http://schemas.microsoft.com/office/drawing/2014/main" id="{7EE67E77-65A0-F7ED-58B5-76D9651D17AC}"/>
                </a:ext>
              </a:extLst>
            </p:cNvPr>
            <p:cNvSpPr/>
            <p:nvPr/>
          </p:nvSpPr>
          <p:spPr>
            <a:xfrm>
              <a:off x="-272839" y="1188204"/>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7" name="Sun 6">
              <a:extLst>
                <a:ext uri="{FF2B5EF4-FFF2-40B4-BE49-F238E27FC236}">
                  <a16:creationId xmlns:a16="http://schemas.microsoft.com/office/drawing/2014/main" id="{E36972B0-18D4-4D4F-9D10-BCC1E6E3D075}"/>
                </a:ext>
              </a:extLst>
            </p:cNvPr>
            <p:cNvSpPr/>
            <p:nvPr/>
          </p:nvSpPr>
          <p:spPr>
            <a:xfrm>
              <a:off x="-272838" y="183216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8" name="Sun 7">
              <a:extLst>
                <a:ext uri="{FF2B5EF4-FFF2-40B4-BE49-F238E27FC236}">
                  <a16:creationId xmlns:a16="http://schemas.microsoft.com/office/drawing/2014/main" id="{8664689A-D5D8-723D-FC37-282E68D7193F}"/>
                </a:ext>
              </a:extLst>
            </p:cNvPr>
            <p:cNvSpPr/>
            <p:nvPr/>
          </p:nvSpPr>
          <p:spPr>
            <a:xfrm>
              <a:off x="-274986" y="2463237"/>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9" name="Sun 8">
              <a:extLst>
                <a:ext uri="{FF2B5EF4-FFF2-40B4-BE49-F238E27FC236}">
                  <a16:creationId xmlns:a16="http://schemas.microsoft.com/office/drawing/2014/main" id="{3B1F17E8-7E1B-93E9-9B7E-574460CF976C}"/>
                </a:ext>
              </a:extLst>
            </p:cNvPr>
            <p:cNvSpPr/>
            <p:nvPr/>
          </p:nvSpPr>
          <p:spPr>
            <a:xfrm>
              <a:off x="-274986" y="3107196"/>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0" name="Sun 9">
              <a:extLst>
                <a:ext uri="{FF2B5EF4-FFF2-40B4-BE49-F238E27FC236}">
                  <a16:creationId xmlns:a16="http://schemas.microsoft.com/office/drawing/2014/main" id="{AF396964-0035-C7CB-589E-86C29DC6F726}"/>
                </a:ext>
              </a:extLst>
            </p:cNvPr>
            <p:cNvSpPr/>
            <p:nvPr/>
          </p:nvSpPr>
          <p:spPr>
            <a:xfrm>
              <a:off x="-274986" y="374794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1" name="Sun 10">
              <a:extLst>
                <a:ext uri="{FF2B5EF4-FFF2-40B4-BE49-F238E27FC236}">
                  <a16:creationId xmlns:a16="http://schemas.microsoft.com/office/drawing/2014/main" id="{286184B9-027C-9D7D-2C82-7DE8364D8284}"/>
                </a:ext>
              </a:extLst>
            </p:cNvPr>
            <p:cNvSpPr/>
            <p:nvPr/>
          </p:nvSpPr>
          <p:spPr>
            <a:xfrm>
              <a:off x="-274986" y="4388690"/>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grpSp>
      <p:grpSp>
        <p:nvGrpSpPr>
          <p:cNvPr id="12" name="Group 11">
            <a:extLst>
              <a:ext uri="{FF2B5EF4-FFF2-40B4-BE49-F238E27FC236}">
                <a16:creationId xmlns:a16="http://schemas.microsoft.com/office/drawing/2014/main" id="{B59079E1-6409-FBDA-2483-0881CCABA53A}"/>
              </a:ext>
            </a:extLst>
          </p:cNvPr>
          <p:cNvGrpSpPr/>
          <p:nvPr/>
        </p:nvGrpSpPr>
        <p:grpSpPr>
          <a:xfrm>
            <a:off x="-264102" y="917460"/>
            <a:ext cx="562071" cy="3739403"/>
            <a:chOff x="-274986" y="1188204"/>
            <a:chExt cx="562071" cy="3739403"/>
          </a:xfrm>
        </p:grpSpPr>
        <p:sp>
          <p:nvSpPr>
            <p:cNvPr id="13" name="Sun 12">
              <a:extLst>
                <a:ext uri="{FF2B5EF4-FFF2-40B4-BE49-F238E27FC236}">
                  <a16:creationId xmlns:a16="http://schemas.microsoft.com/office/drawing/2014/main" id="{1B8768D7-F6A9-F500-F1D2-061E08507322}"/>
                </a:ext>
              </a:extLst>
            </p:cNvPr>
            <p:cNvSpPr/>
            <p:nvPr/>
          </p:nvSpPr>
          <p:spPr>
            <a:xfrm>
              <a:off x="-272839" y="1188204"/>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4" name="Sun 13">
              <a:extLst>
                <a:ext uri="{FF2B5EF4-FFF2-40B4-BE49-F238E27FC236}">
                  <a16:creationId xmlns:a16="http://schemas.microsoft.com/office/drawing/2014/main" id="{8E3BD2BA-B683-4CE9-9977-C3E23420D484}"/>
                </a:ext>
              </a:extLst>
            </p:cNvPr>
            <p:cNvSpPr/>
            <p:nvPr/>
          </p:nvSpPr>
          <p:spPr>
            <a:xfrm>
              <a:off x="-272838" y="183216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5" name="Sun 14">
              <a:extLst>
                <a:ext uri="{FF2B5EF4-FFF2-40B4-BE49-F238E27FC236}">
                  <a16:creationId xmlns:a16="http://schemas.microsoft.com/office/drawing/2014/main" id="{4D35F4D5-333A-1E6D-0C29-2FD32742F553}"/>
                </a:ext>
              </a:extLst>
            </p:cNvPr>
            <p:cNvSpPr/>
            <p:nvPr/>
          </p:nvSpPr>
          <p:spPr>
            <a:xfrm>
              <a:off x="-274986" y="2463237"/>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6" name="Sun 15">
              <a:extLst>
                <a:ext uri="{FF2B5EF4-FFF2-40B4-BE49-F238E27FC236}">
                  <a16:creationId xmlns:a16="http://schemas.microsoft.com/office/drawing/2014/main" id="{793C110B-A53E-D3B1-325B-D11C3C9C6CFF}"/>
                </a:ext>
              </a:extLst>
            </p:cNvPr>
            <p:cNvSpPr/>
            <p:nvPr/>
          </p:nvSpPr>
          <p:spPr>
            <a:xfrm>
              <a:off x="-274986" y="3107196"/>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7" name="Sun 16">
              <a:extLst>
                <a:ext uri="{FF2B5EF4-FFF2-40B4-BE49-F238E27FC236}">
                  <a16:creationId xmlns:a16="http://schemas.microsoft.com/office/drawing/2014/main" id="{349DBFB7-765C-D632-DB16-25CEF646CBBF}"/>
                </a:ext>
              </a:extLst>
            </p:cNvPr>
            <p:cNvSpPr/>
            <p:nvPr/>
          </p:nvSpPr>
          <p:spPr>
            <a:xfrm>
              <a:off x="-274986" y="374794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8" name="Sun 17">
              <a:extLst>
                <a:ext uri="{FF2B5EF4-FFF2-40B4-BE49-F238E27FC236}">
                  <a16:creationId xmlns:a16="http://schemas.microsoft.com/office/drawing/2014/main" id="{7D97F4FF-7466-B443-D90D-E9DC54C4BA00}"/>
                </a:ext>
              </a:extLst>
            </p:cNvPr>
            <p:cNvSpPr/>
            <p:nvPr/>
          </p:nvSpPr>
          <p:spPr>
            <a:xfrm>
              <a:off x="-274986" y="4388690"/>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grpSp>
      <p:sp>
        <p:nvSpPr>
          <p:cNvPr id="19" name="Text Placeholder 22">
            <a:extLst>
              <a:ext uri="{FF2B5EF4-FFF2-40B4-BE49-F238E27FC236}">
                <a16:creationId xmlns:a16="http://schemas.microsoft.com/office/drawing/2014/main" id="{E0571CD3-D8C9-7A07-6992-52A62D28C5C6}"/>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grpSp>
        <p:nvGrpSpPr>
          <p:cNvPr id="3" name="Group 2">
            <a:extLst>
              <a:ext uri="{FF2B5EF4-FFF2-40B4-BE49-F238E27FC236}">
                <a16:creationId xmlns:a16="http://schemas.microsoft.com/office/drawing/2014/main" id="{98D7B091-6FAD-681C-A74E-8F124744D7C5}"/>
              </a:ext>
            </a:extLst>
          </p:cNvPr>
          <p:cNvGrpSpPr/>
          <p:nvPr/>
        </p:nvGrpSpPr>
        <p:grpSpPr>
          <a:xfrm>
            <a:off x="7477605" y="902073"/>
            <a:ext cx="562071" cy="3739403"/>
            <a:chOff x="-274986" y="1188204"/>
            <a:chExt cx="562071" cy="3739403"/>
          </a:xfrm>
        </p:grpSpPr>
        <p:sp>
          <p:nvSpPr>
            <p:cNvPr id="4" name="Sun 3">
              <a:extLst>
                <a:ext uri="{FF2B5EF4-FFF2-40B4-BE49-F238E27FC236}">
                  <a16:creationId xmlns:a16="http://schemas.microsoft.com/office/drawing/2014/main" id="{2AB50885-3F71-9316-B384-DFCDB00CB88E}"/>
                </a:ext>
              </a:extLst>
            </p:cNvPr>
            <p:cNvSpPr/>
            <p:nvPr/>
          </p:nvSpPr>
          <p:spPr>
            <a:xfrm>
              <a:off x="-272839" y="1188204"/>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5" name="Sun 4">
              <a:extLst>
                <a:ext uri="{FF2B5EF4-FFF2-40B4-BE49-F238E27FC236}">
                  <a16:creationId xmlns:a16="http://schemas.microsoft.com/office/drawing/2014/main" id="{40B7C2B2-F8DF-8B3D-B4F8-8DFE3666A239}"/>
                </a:ext>
              </a:extLst>
            </p:cNvPr>
            <p:cNvSpPr/>
            <p:nvPr/>
          </p:nvSpPr>
          <p:spPr>
            <a:xfrm>
              <a:off x="-272838" y="183216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0" name="Sun 19">
              <a:extLst>
                <a:ext uri="{FF2B5EF4-FFF2-40B4-BE49-F238E27FC236}">
                  <a16:creationId xmlns:a16="http://schemas.microsoft.com/office/drawing/2014/main" id="{81317A45-3671-B55A-E6D1-35431C289200}"/>
                </a:ext>
              </a:extLst>
            </p:cNvPr>
            <p:cNvSpPr/>
            <p:nvPr/>
          </p:nvSpPr>
          <p:spPr>
            <a:xfrm>
              <a:off x="-274986" y="2463237"/>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1" name="Sun 20">
              <a:extLst>
                <a:ext uri="{FF2B5EF4-FFF2-40B4-BE49-F238E27FC236}">
                  <a16:creationId xmlns:a16="http://schemas.microsoft.com/office/drawing/2014/main" id="{4365B06F-EFB5-1452-B679-29DF5DCE9AC3}"/>
                </a:ext>
              </a:extLst>
            </p:cNvPr>
            <p:cNvSpPr/>
            <p:nvPr/>
          </p:nvSpPr>
          <p:spPr>
            <a:xfrm>
              <a:off x="-274986" y="3107196"/>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2" name="Sun 21">
              <a:extLst>
                <a:ext uri="{FF2B5EF4-FFF2-40B4-BE49-F238E27FC236}">
                  <a16:creationId xmlns:a16="http://schemas.microsoft.com/office/drawing/2014/main" id="{57539536-0929-621D-C08E-C7A056B37B62}"/>
                </a:ext>
              </a:extLst>
            </p:cNvPr>
            <p:cNvSpPr/>
            <p:nvPr/>
          </p:nvSpPr>
          <p:spPr>
            <a:xfrm>
              <a:off x="-274986" y="374794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3" name="Sun 22">
              <a:extLst>
                <a:ext uri="{FF2B5EF4-FFF2-40B4-BE49-F238E27FC236}">
                  <a16:creationId xmlns:a16="http://schemas.microsoft.com/office/drawing/2014/main" id="{21BBF951-98AD-CB27-CAED-DDA51B14DF62}"/>
                </a:ext>
              </a:extLst>
            </p:cNvPr>
            <p:cNvSpPr/>
            <p:nvPr/>
          </p:nvSpPr>
          <p:spPr>
            <a:xfrm>
              <a:off x="-274986" y="4388690"/>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grpSp>
      <p:grpSp>
        <p:nvGrpSpPr>
          <p:cNvPr id="24" name="Group 23">
            <a:extLst>
              <a:ext uri="{FF2B5EF4-FFF2-40B4-BE49-F238E27FC236}">
                <a16:creationId xmlns:a16="http://schemas.microsoft.com/office/drawing/2014/main" id="{775E4DFD-924F-3242-5C55-5300D8F6F843}"/>
              </a:ext>
            </a:extLst>
          </p:cNvPr>
          <p:cNvGrpSpPr/>
          <p:nvPr/>
        </p:nvGrpSpPr>
        <p:grpSpPr>
          <a:xfrm>
            <a:off x="-264102" y="917460"/>
            <a:ext cx="562071" cy="3739403"/>
            <a:chOff x="-274986" y="1188204"/>
            <a:chExt cx="562071" cy="3739403"/>
          </a:xfrm>
        </p:grpSpPr>
        <p:sp>
          <p:nvSpPr>
            <p:cNvPr id="25" name="Sun 24">
              <a:extLst>
                <a:ext uri="{FF2B5EF4-FFF2-40B4-BE49-F238E27FC236}">
                  <a16:creationId xmlns:a16="http://schemas.microsoft.com/office/drawing/2014/main" id="{206F9557-4E1D-96D4-7218-B42F835FF4F3}"/>
                </a:ext>
              </a:extLst>
            </p:cNvPr>
            <p:cNvSpPr/>
            <p:nvPr/>
          </p:nvSpPr>
          <p:spPr>
            <a:xfrm>
              <a:off x="-272839" y="1188204"/>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6" name="Sun 25">
              <a:extLst>
                <a:ext uri="{FF2B5EF4-FFF2-40B4-BE49-F238E27FC236}">
                  <a16:creationId xmlns:a16="http://schemas.microsoft.com/office/drawing/2014/main" id="{47927E06-76BB-D5EC-4D1D-BA67E01AB56B}"/>
                </a:ext>
              </a:extLst>
            </p:cNvPr>
            <p:cNvSpPr/>
            <p:nvPr/>
          </p:nvSpPr>
          <p:spPr>
            <a:xfrm>
              <a:off x="-272838" y="183216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7" name="Sun 26">
              <a:extLst>
                <a:ext uri="{FF2B5EF4-FFF2-40B4-BE49-F238E27FC236}">
                  <a16:creationId xmlns:a16="http://schemas.microsoft.com/office/drawing/2014/main" id="{D3AC61BA-DCA4-9D0F-F20A-9A7933F327FD}"/>
                </a:ext>
              </a:extLst>
            </p:cNvPr>
            <p:cNvSpPr/>
            <p:nvPr/>
          </p:nvSpPr>
          <p:spPr>
            <a:xfrm>
              <a:off x="-274986" y="2463237"/>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8" name="Sun 27">
              <a:extLst>
                <a:ext uri="{FF2B5EF4-FFF2-40B4-BE49-F238E27FC236}">
                  <a16:creationId xmlns:a16="http://schemas.microsoft.com/office/drawing/2014/main" id="{3AB4F342-7509-7F86-01B6-9147F51449BE}"/>
                </a:ext>
              </a:extLst>
            </p:cNvPr>
            <p:cNvSpPr/>
            <p:nvPr/>
          </p:nvSpPr>
          <p:spPr>
            <a:xfrm>
              <a:off x="-274986" y="3107196"/>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9" name="Sun 28">
              <a:extLst>
                <a:ext uri="{FF2B5EF4-FFF2-40B4-BE49-F238E27FC236}">
                  <a16:creationId xmlns:a16="http://schemas.microsoft.com/office/drawing/2014/main" id="{E508B18C-CB39-4A7F-4414-C384CCBB1C20}"/>
                </a:ext>
              </a:extLst>
            </p:cNvPr>
            <p:cNvSpPr/>
            <p:nvPr/>
          </p:nvSpPr>
          <p:spPr>
            <a:xfrm>
              <a:off x="-274986" y="374794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30" name="Sun 29">
              <a:extLst>
                <a:ext uri="{FF2B5EF4-FFF2-40B4-BE49-F238E27FC236}">
                  <a16:creationId xmlns:a16="http://schemas.microsoft.com/office/drawing/2014/main" id="{81E23968-B886-E6A1-3516-CECE53979875}"/>
                </a:ext>
              </a:extLst>
            </p:cNvPr>
            <p:cNvSpPr/>
            <p:nvPr/>
          </p:nvSpPr>
          <p:spPr>
            <a:xfrm>
              <a:off x="-274986" y="4388690"/>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grpSp>
    </p:spTree>
    <p:extLst>
      <p:ext uri="{BB962C8B-B14F-4D97-AF65-F5344CB8AC3E}">
        <p14:creationId xmlns:p14="http://schemas.microsoft.com/office/powerpoint/2010/main" val="182887630"/>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ordered Title Card Inverted Triangles">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EFAE93FE-BA28-E72E-B2C8-96C6D7B51B8E}"/>
              </a:ext>
            </a:extLst>
          </p:cNvPr>
          <p:cNvGrpSpPr/>
          <p:nvPr/>
        </p:nvGrpSpPr>
        <p:grpSpPr>
          <a:xfrm>
            <a:off x="-310353" y="934410"/>
            <a:ext cx="654574" cy="3707648"/>
            <a:chOff x="-334760" y="912619"/>
            <a:chExt cx="654574" cy="3707648"/>
          </a:xfrm>
        </p:grpSpPr>
        <p:sp>
          <p:nvSpPr>
            <p:cNvPr id="20" name="Triangle 3">
              <a:extLst>
                <a:ext uri="{FF2B5EF4-FFF2-40B4-BE49-F238E27FC236}">
                  <a16:creationId xmlns:a16="http://schemas.microsoft.com/office/drawing/2014/main" id="{B7099ABF-BACD-66CD-189D-C1E90060EAEC}"/>
                </a:ext>
              </a:extLst>
            </p:cNvPr>
            <p:cNvSpPr/>
            <p:nvPr/>
          </p:nvSpPr>
          <p:spPr>
            <a:xfrm rot="10800000">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1" name="Triangle 25">
              <a:extLst>
                <a:ext uri="{FF2B5EF4-FFF2-40B4-BE49-F238E27FC236}">
                  <a16:creationId xmlns:a16="http://schemas.microsoft.com/office/drawing/2014/main" id="{6327ABA0-8198-A73D-6B41-E8B3527AAE6E}"/>
                </a:ext>
              </a:extLst>
            </p:cNvPr>
            <p:cNvSpPr/>
            <p:nvPr/>
          </p:nvSpPr>
          <p:spPr>
            <a:xfrm rot="10800000">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2" name="Triangle 26">
              <a:extLst>
                <a:ext uri="{FF2B5EF4-FFF2-40B4-BE49-F238E27FC236}">
                  <a16:creationId xmlns:a16="http://schemas.microsoft.com/office/drawing/2014/main" id="{82C76CB7-DEAE-78B2-FCCF-B8FD45C85278}"/>
                </a:ext>
              </a:extLst>
            </p:cNvPr>
            <p:cNvSpPr/>
            <p:nvPr/>
          </p:nvSpPr>
          <p:spPr>
            <a:xfrm rot="10800000">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3" name="Triangle 27">
              <a:extLst>
                <a:ext uri="{FF2B5EF4-FFF2-40B4-BE49-F238E27FC236}">
                  <a16:creationId xmlns:a16="http://schemas.microsoft.com/office/drawing/2014/main" id="{285FF260-BFAB-FA45-6111-BFBA46D7B134}"/>
                </a:ext>
              </a:extLst>
            </p:cNvPr>
            <p:cNvSpPr/>
            <p:nvPr/>
          </p:nvSpPr>
          <p:spPr>
            <a:xfrm rot="10800000">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4" name="Triangle 28">
              <a:extLst>
                <a:ext uri="{FF2B5EF4-FFF2-40B4-BE49-F238E27FC236}">
                  <a16:creationId xmlns:a16="http://schemas.microsoft.com/office/drawing/2014/main" id="{85D3A30E-805D-05F5-0BAB-549D133A8859}"/>
                </a:ext>
              </a:extLst>
            </p:cNvPr>
            <p:cNvSpPr/>
            <p:nvPr/>
          </p:nvSpPr>
          <p:spPr>
            <a:xfrm rot="10800000">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5" name="Triangle 29">
              <a:extLst>
                <a:ext uri="{FF2B5EF4-FFF2-40B4-BE49-F238E27FC236}">
                  <a16:creationId xmlns:a16="http://schemas.microsoft.com/office/drawing/2014/main" id="{B0EBA65A-C541-37D8-B776-818D98A043A7}"/>
                </a:ext>
              </a:extLst>
            </p:cNvPr>
            <p:cNvSpPr/>
            <p:nvPr/>
          </p:nvSpPr>
          <p:spPr>
            <a:xfrm rot="10800000">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26" name="Group 25">
            <a:extLst>
              <a:ext uri="{FF2B5EF4-FFF2-40B4-BE49-F238E27FC236}">
                <a16:creationId xmlns:a16="http://schemas.microsoft.com/office/drawing/2014/main" id="{C6FB21FA-4E76-E726-7A5D-40D93ADA83BD}"/>
              </a:ext>
            </a:extLst>
          </p:cNvPr>
          <p:cNvGrpSpPr/>
          <p:nvPr/>
        </p:nvGrpSpPr>
        <p:grpSpPr>
          <a:xfrm>
            <a:off x="7431354" y="934409"/>
            <a:ext cx="654574" cy="3707648"/>
            <a:chOff x="-334760" y="912619"/>
            <a:chExt cx="654574" cy="3707648"/>
          </a:xfrm>
        </p:grpSpPr>
        <p:sp>
          <p:nvSpPr>
            <p:cNvPr id="27" name="Triangle 3">
              <a:extLst>
                <a:ext uri="{FF2B5EF4-FFF2-40B4-BE49-F238E27FC236}">
                  <a16:creationId xmlns:a16="http://schemas.microsoft.com/office/drawing/2014/main" id="{6BA83E5A-E570-0A82-BEC7-0686F6CD9176}"/>
                </a:ext>
              </a:extLst>
            </p:cNvPr>
            <p:cNvSpPr/>
            <p:nvPr/>
          </p:nvSpPr>
          <p:spPr>
            <a:xfrm rot="10800000">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8" name="Triangle 25">
              <a:extLst>
                <a:ext uri="{FF2B5EF4-FFF2-40B4-BE49-F238E27FC236}">
                  <a16:creationId xmlns:a16="http://schemas.microsoft.com/office/drawing/2014/main" id="{4FF182E4-CB92-07FD-DC09-48A81F27AF37}"/>
                </a:ext>
              </a:extLst>
            </p:cNvPr>
            <p:cNvSpPr/>
            <p:nvPr/>
          </p:nvSpPr>
          <p:spPr>
            <a:xfrm rot="10800000">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9" name="Triangle 26">
              <a:extLst>
                <a:ext uri="{FF2B5EF4-FFF2-40B4-BE49-F238E27FC236}">
                  <a16:creationId xmlns:a16="http://schemas.microsoft.com/office/drawing/2014/main" id="{506D5B7A-BAEB-FFAD-DACA-9F550C7E9248}"/>
                </a:ext>
              </a:extLst>
            </p:cNvPr>
            <p:cNvSpPr/>
            <p:nvPr/>
          </p:nvSpPr>
          <p:spPr>
            <a:xfrm rot="10800000">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0" name="Triangle 27">
              <a:extLst>
                <a:ext uri="{FF2B5EF4-FFF2-40B4-BE49-F238E27FC236}">
                  <a16:creationId xmlns:a16="http://schemas.microsoft.com/office/drawing/2014/main" id="{3CC24DEF-8EEA-890F-3CD0-CA6F23856D3D}"/>
                </a:ext>
              </a:extLst>
            </p:cNvPr>
            <p:cNvSpPr/>
            <p:nvPr/>
          </p:nvSpPr>
          <p:spPr>
            <a:xfrm rot="10800000">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1" name="Triangle 28">
              <a:extLst>
                <a:ext uri="{FF2B5EF4-FFF2-40B4-BE49-F238E27FC236}">
                  <a16:creationId xmlns:a16="http://schemas.microsoft.com/office/drawing/2014/main" id="{E887FAD1-C238-23EB-41B4-4F40DDF86560}"/>
                </a:ext>
              </a:extLst>
            </p:cNvPr>
            <p:cNvSpPr/>
            <p:nvPr/>
          </p:nvSpPr>
          <p:spPr>
            <a:xfrm rot="10800000">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2" name="Triangle 29">
              <a:extLst>
                <a:ext uri="{FF2B5EF4-FFF2-40B4-BE49-F238E27FC236}">
                  <a16:creationId xmlns:a16="http://schemas.microsoft.com/office/drawing/2014/main" id="{20291C11-201C-5A48-4F70-EB42EBA72B74}"/>
                </a:ext>
              </a:extLst>
            </p:cNvPr>
            <p:cNvSpPr/>
            <p:nvPr/>
          </p:nvSpPr>
          <p:spPr>
            <a:xfrm rot="10800000">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
        <p:nvSpPr>
          <p:cNvPr id="33" name="Text Placeholder 22">
            <a:extLst>
              <a:ext uri="{FF2B5EF4-FFF2-40B4-BE49-F238E27FC236}">
                <a16:creationId xmlns:a16="http://schemas.microsoft.com/office/drawing/2014/main" id="{D9A77C94-82F7-FE25-6B27-574431D6C3F5}"/>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grpSp>
        <p:nvGrpSpPr>
          <p:cNvPr id="2" name="Group 1">
            <a:extLst>
              <a:ext uri="{FF2B5EF4-FFF2-40B4-BE49-F238E27FC236}">
                <a16:creationId xmlns:a16="http://schemas.microsoft.com/office/drawing/2014/main" id="{E74679B2-8EAB-224F-1119-6593CAD43E81}"/>
              </a:ext>
            </a:extLst>
          </p:cNvPr>
          <p:cNvGrpSpPr/>
          <p:nvPr/>
        </p:nvGrpSpPr>
        <p:grpSpPr>
          <a:xfrm>
            <a:off x="-310353" y="934410"/>
            <a:ext cx="654574" cy="3707648"/>
            <a:chOff x="-334760" y="912619"/>
            <a:chExt cx="654574" cy="3707648"/>
          </a:xfrm>
        </p:grpSpPr>
        <p:sp>
          <p:nvSpPr>
            <p:cNvPr id="3" name="Triangle 3">
              <a:extLst>
                <a:ext uri="{FF2B5EF4-FFF2-40B4-BE49-F238E27FC236}">
                  <a16:creationId xmlns:a16="http://schemas.microsoft.com/office/drawing/2014/main" id="{208EEAA4-D662-E524-E36F-8D5063945A3A}"/>
                </a:ext>
              </a:extLst>
            </p:cNvPr>
            <p:cNvSpPr/>
            <p:nvPr/>
          </p:nvSpPr>
          <p:spPr>
            <a:xfrm rot="10800000">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4" name="Triangle 25">
              <a:extLst>
                <a:ext uri="{FF2B5EF4-FFF2-40B4-BE49-F238E27FC236}">
                  <a16:creationId xmlns:a16="http://schemas.microsoft.com/office/drawing/2014/main" id="{9C365D78-A413-C70A-F824-1E9851CA66EE}"/>
                </a:ext>
              </a:extLst>
            </p:cNvPr>
            <p:cNvSpPr/>
            <p:nvPr/>
          </p:nvSpPr>
          <p:spPr>
            <a:xfrm rot="10800000">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5" name="Triangle 26">
              <a:extLst>
                <a:ext uri="{FF2B5EF4-FFF2-40B4-BE49-F238E27FC236}">
                  <a16:creationId xmlns:a16="http://schemas.microsoft.com/office/drawing/2014/main" id="{4503D7B2-4994-A25B-0AE0-C6A914718F15}"/>
                </a:ext>
              </a:extLst>
            </p:cNvPr>
            <p:cNvSpPr/>
            <p:nvPr/>
          </p:nvSpPr>
          <p:spPr>
            <a:xfrm rot="10800000">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6" name="Triangle 27">
              <a:extLst>
                <a:ext uri="{FF2B5EF4-FFF2-40B4-BE49-F238E27FC236}">
                  <a16:creationId xmlns:a16="http://schemas.microsoft.com/office/drawing/2014/main" id="{2B5A0EB9-A3FC-246E-0122-9188DA9A8C0E}"/>
                </a:ext>
              </a:extLst>
            </p:cNvPr>
            <p:cNvSpPr/>
            <p:nvPr/>
          </p:nvSpPr>
          <p:spPr>
            <a:xfrm rot="10800000">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7" name="Triangle 28">
              <a:extLst>
                <a:ext uri="{FF2B5EF4-FFF2-40B4-BE49-F238E27FC236}">
                  <a16:creationId xmlns:a16="http://schemas.microsoft.com/office/drawing/2014/main" id="{A75EA991-6BF9-0376-81CA-907D6DEEC69E}"/>
                </a:ext>
              </a:extLst>
            </p:cNvPr>
            <p:cNvSpPr/>
            <p:nvPr/>
          </p:nvSpPr>
          <p:spPr>
            <a:xfrm rot="10800000">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8" name="Triangle 29">
              <a:extLst>
                <a:ext uri="{FF2B5EF4-FFF2-40B4-BE49-F238E27FC236}">
                  <a16:creationId xmlns:a16="http://schemas.microsoft.com/office/drawing/2014/main" id="{B01AA91D-6A6E-C484-B0D8-FC6F8187917C}"/>
                </a:ext>
              </a:extLst>
            </p:cNvPr>
            <p:cNvSpPr/>
            <p:nvPr/>
          </p:nvSpPr>
          <p:spPr>
            <a:xfrm rot="10800000">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9" name="Group 8">
            <a:extLst>
              <a:ext uri="{FF2B5EF4-FFF2-40B4-BE49-F238E27FC236}">
                <a16:creationId xmlns:a16="http://schemas.microsoft.com/office/drawing/2014/main" id="{CE64DC4B-F528-636B-96BA-132EA0D4647C}"/>
              </a:ext>
            </a:extLst>
          </p:cNvPr>
          <p:cNvGrpSpPr/>
          <p:nvPr/>
        </p:nvGrpSpPr>
        <p:grpSpPr>
          <a:xfrm>
            <a:off x="7431354" y="934409"/>
            <a:ext cx="654574" cy="3707648"/>
            <a:chOff x="-334760" y="912619"/>
            <a:chExt cx="654574" cy="3707648"/>
          </a:xfrm>
        </p:grpSpPr>
        <p:sp>
          <p:nvSpPr>
            <p:cNvPr id="10" name="Triangle 3">
              <a:extLst>
                <a:ext uri="{FF2B5EF4-FFF2-40B4-BE49-F238E27FC236}">
                  <a16:creationId xmlns:a16="http://schemas.microsoft.com/office/drawing/2014/main" id="{3968C15E-F63A-9471-CD5D-310A6A14A24B}"/>
                </a:ext>
              </a:extLst>
            </p:cNvPr>
            <p:cNvSpPr/>
            <p:nvPr/>
          </p:nvSpPr>
          <p:spPr>
            <a:xfrm rot="10800000">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1" name="Triangle 25">
              <a:extLst>
                <a:ext uri="{FF2B5EF4-FFF2-40B4-BE49-F238E27FC236}">
                  <a16:creationId xmlns:a16="http://schemas.microsoft.com/office/drawing/2014/main" id="{00A06B46-C9C7-49EB-1F80-959EBAFCAB5F}"/>
                </a:ext>
              </a:extLst>
            </p:cNvPr>
            <p:cNvSpPr/>
            <p:nvPr/>
          </p:nvSpPr>
          <p:spPr>
            <a:xfrm rot="10800000">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2" name="Triangle 26">
              <a:extLst>
                <a:ext uri="{FF2B5EF4-FFF2-40B4-BE49-F238E27FC236}">
                  <a16:creationId xmlns:a16="http://schemas.microsoft.com/office/drawing/2014/main" id="{41295F3A-D8AD-AF2E-B2FF-A34543687BEB}"/>
                </a:ext>
              </a:extLst>
            </p:cNvPr>
            <p:cNvSpPr/>
            <p:nvPr/>
          </p:nvSpPr>
          <p:spPr>
            <a:xfrm rot="10800000">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3" name="Triangle 27">
              <a:extLst>
                <a:ext uri="{FF2B5EF4-FFF2-40B4-BE49-F238E27FC236}">
                  <a16:creationId xmlns:a16="http://schemas.microsoft.com/office/drawing/2014/main" id="{21C739F5-E66F-618D-1224-F5EF62CCC0B7}"/>
                </a:ext>
              </a:extLst>
            </p:cNvPr>
            <p:cNvSpPr/>
            <p:nvPr/>
          </p:nvSpPr>
          <p:spPr>
            <a:xfrm rot="10800000">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4" name="Triangle 28">
              <a:extLst>
                <a:ext uri="{FF2B5EF4-FFF2-40B4-BE49-F238E27FC236}">
                  <a16:creationId xmlns:a16="http://schemas.microsoft.com/office/drawing/2014/main" id="{9DF8D2FB-8ED8-20E6-1EA4-9310B7E3770D}"/>
                </a:ext>
              </a:extLst>
            </p:cNvPr>
            <p:cNvSpPr/>
            <p:nvPr/>
          </p:nvSpPr>
          <p:spPr>
            <a:xfrm rot="10800000">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5" name="Triangle 29">
              <a:extLst>
                <a:ext uri="{FF2B5EF4-FFF2-40B4-BE49-F238E27FC236}">
                  <a16:creationId xmlns:a16="http://schemas.microsoft.com/office/drawing/2014/main" id="{CA0BB4E4-E025-5A67-CC6B-226FF357E66F}"/>
                </a:ext>
              </a:extLst>
            </p:cNvPr>
            <p:cNvSpPr/>
            <p:nvPr/>
          </p:nvSpPr>
          <p:spPr>
            <a:xfrm rot="10800000">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Tree>
    <p:extLst>
      <p:ext uri="{BB962C8B-B14F-4D97-AF65-F5344CB8AC3E}">
        <p14:creationId xmlns:p14="http://schemas.microsoft.com/office/powerpoint/2010/main" val="2531238738"/>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ue Bordered Title Car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3B9313AD-B5AF-1E1A-ED67-CBB5E3558278}"/>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spTree>
    <p:extLst>
      <p:ext uri="{BB962C8B-B14F-4D97-AF65-F5344CB8AC3E}">
        <p14:creationId xmlns:p14="http://schemas.microsoft.com/office/powerpoint/2010/main" val="1875481560"/>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Green Bordered Title Car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3B9313AD-B5AF-1E1A-ED67-CBB5E3558278}"/>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spTree>
    <p:extLst>
      <p:ext uri="{BB962C8B-B14F-4D97-AF65-F5344CB8AC3E}">
        <p14:creationId xmlns:p14="http://schemas.microsoft.com/office/powerpoint/2010/main" val="3630462226"/>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Facilitation instru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58FAA-897C-75AE-9936-01BDE47BB8AB}"/>
              </a:ext>
            </a:extLst>
          </p:cNvPr>
          <p:cNvSpPr>
            <a:spLocks noGrp="1"/>
          </p:cNvSpPr>
          <p:nvPr>
            <p:ph type="title" hasCustomPrompt="1"/>
          </p:nvPr>
        </p:nvSpPr>
        <p:spPr>
          <a:xfrm>
            <a:off x="203200" y="295276"/>
            <a:ext cx="3471333" cy="788458"/>
          </a:xfrm>
          <a:prstGeom prst="rect">
            <a:avLst/>
          </a:prstGeom>
        </p:spPr>
        <p:txBody>
          <a:bodyPr anchor="ctr"/>
          <a:lstStyle>
            <a:lvl1pPr algn="ctr">
              <a:defRPr sz="3830">
                <a:latin typeface="American Captain" pitchFamily="2" charset="77"/>
              </a:defRPr>
            </a:lvl1pPr>
          </a:lstStyle>
          <a:p>
            <a:r>
              <a:rPr lang="en-GB" dirty="0"/>
              <a:t>How to facilitate</a:t>
            </a:r>
            <a:endParaRPr lang="en-NL" dirty="0"/>
          </a:p>
        </p:txBody>
      </p:sp>
      <p:sp>
        <p:nvSpPr>
          <p:cNvPr id="5" name="Rectangle 4">
            <a:extLst>
              <a:ext uri="{FF2B5EF4-FFF2-40B4-BE49-F238E27FC236}">
                <a16:creationId xmlns:a16="http://schemas.microsoft.com/office/drawing/2014/main" id="{6D656C21-A90B-5492-EAE0-C8AFF33A384D}"/>
              </a:ext>
            </a:extLst>
          </p:cNvPr>
          <p:cNvSpPr/>
          <p:nvPr/>
        </p:nvSpPr>
        <p:spPr>
          <a:xfrm>
            <a:off x="4144120" y="1593045"/>
            <a:ext cx="3399726" cy="2400657"/>
          </a:xfrm>
          <a:prstGeom prst="rect">
            <a:avLst/>
          </a:prstGeom>
        </p:spPr>
        <p:txBody>
          <a:bodyPr wrap="square">
            <a:spAutoFit/>
          </a:bodyPr>
          <a:lstStyle/>
          <a:p>
            <a:pPr algn="ctr"/>
            <a:r>
              <a:rPr lang="en-GB" sz="1000" b="1" dirty="0">
                <a:latin typeface="Ubuntu Light" panose="020B0304030602030204" pitchFamily="34" charset="0"/>
              </a:rPr>
              <a:t>Scrum Facilitators </a:t>
            </a:r>
            <a:r>
              <a:rPr lang="en-GB" sz="1000" b="0" dirty="0">
                <a:latin typeface="Ubuntu Light" panose="020B0304030602030204" pitchFamily="34" charset="0"/>
              </a:rPr>
              <a:t>work globally with trainers in the Netherlands, United Kingdom, and Singapore. Our mission is to help professionals become awesome Scrum Facilitators by supporting Scrum Masters, Product Owners, Developers and Leaders. A Scrum Facilitator's work is based on Scrum Goals, Values &amp; Principles. A Scrum Facilitator uses these aspects to support the effective use of Scrum in their organisation.</a:t>
            </a:r>
          </a:p>
          <a:p>
            <a:pPr algn="ctr"/>
            <a:endParaRPr lang="en-GB" sz="1000" b="0" dirty="0">
              <a:latin typeface="Ubuntu Light" panose="020B0304030602030204" pitchFamily="34" charset="0"/>
            </a:endParaRPr>
          </a:p>
          <a:p>
            <a:pPr algn="ctr"/>
            <a:r>
              <a:rPr lang="en-GB" sz="1000" b="1" dirty="0">
                <a:latin typeface="Ubuntu Light" panose="020B0304030602030204" pitchFamily="34" charset="0"/>
              </a:rPr>
              <a:t>Scrum Facilitators </a:t>
            </a:r>
            <a:r>
              <a:rPr lang="en-GB" sz="1000" b="0" dirty="0">
                <a:latin typeface="Ubuntu Light" panose="020B0304030602030204" pitchFamily="34" charset="0"/>
              </a:rPr>
              <a:t>is partners with </a:t>
            </a:r>
            <a:r>
              <a:rPr lang="en-GB" sz="1000" b="1" dirty="0" err="1">
                <a:latin typeface="Ubuntu Light" panose="020B0304030602030204" pitchFamily="34" charset="0"/>
              </a:rPr>
              <a:t>Scrum.org</a:t>
            </a:r>
            <a:r>
              <a:rPr lang="en-GB" sz="1000" b="0" dirty="0">
                <a:latin typeface="Ubuntu Light" panose="020B0304030602030204" pitchFamily="34" charset="0"/>
              </a:rPr>
              <a:t> and </a:t>
            </a:r>
            <a:r>
              <a:rPr lang="en-GB" sz="1000" b="1" dirty="0" err="1">
                <a:latin typeface="Ubuntu Light" panose="020B0304030602030204" pitchFamily="34" charset="0"/>
              </a:rPr>
              <a:t>ProKanban.org</a:t>
            </a:r>
            <a:r>
              <a:rPr lang="en-GB" sz="1000" b="0" dirty="0">
                <a:latin typeface="Ubuntu Light" panose="020B0304030602030204" pitchFamily="34" charset="0"/>
              </a:rPr>
              <a:t>. We design all classes to maximise the learning impact and student value. Our classes are highly interactive, industry relevant and an enjoyable learning experience. Each class has two certified, knowledgeable experts with extensive real-life experience.</a:t>
            </a:r>
          </a:p>
        </p:txBody>
      </p:sp>
      <p:pic>
        <p:nvPicPr>
          <p:cNvPr id="6" name="Picture 5">
            <a:extLst>
              <a:ext uri="{FF2B5EF4-FFF2-40B4-BE49-F238E27FC236}">
                <a16:creationId xmlns:a16="http://schemas.microsoft.com/office/drawing/2014/main" id="{D5E571BB-20EF-EA90-9C4F-5544C7572539}"/>
              </a:ext>
            </a:extLst>
          </p:cNvPr>
          <p:cNvPicPr>
            <a:picLocks noChangeAspect="1"/>
          </p:cNvPicPr>
          <p:nvPr/>
        </p:nvPicPr>
        <p:blipFill>
          <a:blip r:embed="rId2"/>
          <a:stretch>
            <a:fillRect/>
          </a:stretch>
        </p:blipFill>
        <p:spPr>
          <a:xfrm>
            <a:off x="4896817" y="4001212"/>
            <a:ext cx="1894331" cy="784451"/>
          </a:xfrm>
          <a:prstGeom prst="rect">
            <a:avLst/>
          </a:prstGeom>
        </p:spPr>
      </p:pic>
      <p:sp>
        <p:nvSpPr>
          <p:cNvPr id="8" name="Text Placeholder 7">
            <a:extLst>
              <a:ext uri="{FF2B5EF4-FFF2-40B4-BE49-F238E27FC236}">
                <a16:creationId xmlns:a16="http://schemas.microsoft.com/office/drawing/2014/main" id="{93186E97-3D8B-78EF-590F-E05ABFCD6F92}"/>
              </a:ext>
            </a:extLst>
          </p:cNvPr>
          <p:cNvSpPr>
            <a:spLocks noGrp="1"/>
          </p:cNvSpPr>
          <p:nvPr>
            <p:ph type="body" sz="quarter" idx="11" hasCustomPrompt="1"/>
          </p:nvPr>
        </p:nvSpPr>
        <p:spPr>
          <a:xfrm>
            <a:off x="203200" y="2472267"/>
            <a:ext cx="3471863" cy="2960158"/>
          </a:xfrm>
          <a:prstGeom prst="rect">
            <a:avLst/>
          </a:prstGeom>
        </p:spPr>
        <p:txBody>
          <a:bodyPr/>
          <a:lstStyle>
            <a:lvl1pPr algn="l">
              <a:buFont typeface="+mj-lt"/>
              <a:buAutoNum type="arabicPeriod"/>
              <a:defRPr sz="1030" b="0" i="0">
                <a:solidFill>
                  <a:schemeClr val="bg1"/>
                </a:solidFill>
                <a:latin typeface="Ubuntu Light" panose="020B0304030602030204" pitchFamily="34" charset="0"/>
              </a:defRPr>
            </a:lvl1pPr>
            <a:lvl2pPr marL="685800" indent="-228600" algn="l">
              <a:buFont typeface="+mj-lt"/>
              <a:buAutoNum type="alphaLcPeriod"/>
              <a:defRPr sz="1030" b="0" i="0">
                <a:solidFill>
                  <a:schemeClr val="bg1"/>
                </a:solidFill>
                <a:latin typeface="Ubuntu Light" panose="020B0304030602030204" pitchFamily="34" charset="0"/>
              </a:defRPr>
            </a:lvl2pPr>
            <a:lvl3pPr marL="1143000" indent="-228600" algn="l">
              <a:buFont typeface="+mj-lt"/>
              <a:buAutoNum type="alphaLcPeriod"/>
              <a:defRPr sz="1030">
                <a:solidFill>
                  <a:schemeClr val="bg1"/>
                </a:solidFill>
                <a:latin typeface="Ubuntu" panose="020B0504030602030204" pitchFamily="34" charset="0"/>
              </a:defRPr>
            </a:lvl3pPr>
            <a:lvl4pPr marL="1600200" indent="-228600" algn="l">
              <a:buFont typeface="+mj-lt"/>
              <a:buAutoNum type="alphaLcPeriod"/>
              <a:defRPr sz="1030">
                <a:solidFill>
                  <a:schemeClr val="bg1"/>
                </a:solidFill>
                <a:latin typeface="Ubuntu" panose="020B0504030602030204" pitchFamily="34" charset="0"/>
              </a:defRPr>
            </a:lvl4pPr>
            <a:lvl5pPr marL="2057400" indent="-228600" algn="l">
              <a:buFont typeface="+mj-lt"/>
              <a:buAutoNum type="alphaLcPeriod"/>
              <a:defRPr sz="1030">
                <a:solidFill>
                  <a:schemeClr val="bg1"/>
                </a:solidFill>
                <a:latin typeface="Ubuntu" panose="020B0504030602030204" pitchFamily="34" charset="0"/>
              </a:defRPr>
            </a:lvl5pPr>
          </a:lstStyle>
          <a:p>
            <a:pPr lvl="0"/>
            <a:r>
              <a:rPr lang="en-GB" dirty="0"/>
              <a:t>Facilitation Steps Go here</a:t>
            </a:r>
          </a:p>
          <a:p>
            <a:pPr lvl="1"/>
            <a:r>
              <a:rPr lang="en-GB" dirty="0"/>
              <a:t>With Optional sub-steps</a:t>
            </a:r>
          </a:p>
        </p:txBody>
      </p:sp>
      <p:sp>
        <p:nvSpPr>
          <p:cNvPr id="11" name="Text Placeholder 10">
            <a:extLst>
              <a:ext uri="{FF2B5EF4-FFF2-40B4-BE49-F238E27FC236}">
                <a16:creationId xmlns:a16="http://schemas.microsoft.com/office/drawing/2014/main" id="{38829CF1-2A09-9433-F183-49CB8CD2899A}"/>
              </a:ext>
            </a:extLst>
          </p:cNvPr>
          <p:cNvSpPr>
            <a:spLocks noGrp="1"/>
          </p:cNvSpPr>
          <p:nvPr>
            <p:ph type="body" sz="quarter" idx="12" hasCustomPrompt="1"/>
          </p:nvPr>
        </p:nvSpPr>
        <p:spPr>
          <a:xfrm>
            <a:off x="4144120" y="4711193"/>
            <a:ext cx="3323480" cy="396875"/>
          </a:xfrm>
          <a:prstGeom prst="rect">
            <a:avLst/>
          </a:prstGeom>
        </p:spPr>
        <p:txBody>
          <a:bodyPr anchor="ctr"/>
          <a:lstStyle>
            <a:lvl1pPr marL="0" indent="0" algn="ctr">
              <a:buNone/>
              <a:defRPr sz="800">
                <a:solidFill>
                  <a:schemeClr val="bg1">
                    <a:lumMod val="75000"/>
                  </a:schemeClr>
                </a:solidFill>
                <a:latin typeface="Ubuntu" panose="020B0504030602030204" pitchFamily="34" charset="0"/>
              </a:defRPr>
            </a:lvl1pPr>
            <a:lvl2pPr marL="457200" indent="0" algn="ctr">
              <a:buNone/>
              <a:defRPr sz="800">
                <a:solidFill>
                  <a:schemeClr val="bg2">
                    <a:lumMod val="75000"/>
                  </a:schemeClr>
                </a:solidFill>
                <a:latin typeface="Ubuntu" panose="020B0504030602030204" pitchFamily="34" charset="0"/>
              </a:defRPr>
            </a:lvl2pPr>
            <a:lvl3pPr marL="914400" indent="0" algn="ctr">
              <a:buNone/>
              <a:defRPr sz="800">
                <a:solidFill>
                  <a:schemeClr val="bg2">
                    <a:lumMod val="75000"/>
                  </a:schemeClr>
                </a:solidFill>
                <a:latin typeface="Ubuntu" panose="020B0504030602030204" pitchFamily="34" charset="0"/>
              </a:defRPr>
            </a:lvl3pPr>
            <a:lvl4pPr marL="1371600" indent="0" algn="ctr">
              <a:buNone/>
              <a:defRPr sz="800">
                <a:solidFill>
                  <a:schemeClr val="bg2">
                    <a:lumMod val="75000"/>
                  </a:schemeClr>
                </a:solidFill>
                <a:latin typeface="Ubuntu" panose="020B0504030602030204" pitchFamily="34" charset="0"/>
              </a:defRPr>
            </a:lvl4pPr>
            <a:lvl5pPr marL="1828800" indent="0" algn="ctr">
              <a:buNone/>
              <a:defRPr sz="800">
                <a:solidFill>
                  <a:schemeClr val="bg2">
                    <a:lumMod val="75000"/>
                  </a:schemeClr>
                </a:solidFill>
                <a:latin typeface="Ubuntu" panose="020B0504030602030204" pitchFamily="34" charset="0"/>
              </a:defRPr>
            </a:lvl5pPr>
          </a:lstStyle>
          <a:p>
            <a:pPr lvl="0"/>
            <a:r>
              <a:rPr lang="en-GB" dirty="0"/>
              <a:t>License: </a:t>
            </a:r>
            <a:r>
              <a:rPr lang="en-GB" dirty="0" err="1"/>
              <a:t>ie</a:t>
            </a:r>
            <a:r>
              <a:rPr lang="en-GB" dirty="0"/>
              <a:t> All rights reserved </a:t>
            </a:r>
            <a:r>
              <a:rPr lang="en-GB" dirty="0" err="1"/>
              <a:t>Scrum.org</a:t>
            </a:r>
            <a:r>
              <a:rPr lang="en-GB" dirty="0"/>
              <a:t> OR Creative Commons OR original concept by ACME INC, etc.:</a:t>
            </a:r>
            <a:endParaRPr lang="en-NL" dirty="0"/>
          </a:p>
        </p:txBody>
      </p:sp>
      <p:sp>
        <p:nvSpPr>
          <p:cNvPr id="13" name="Text Placeholder 12">
            <a:extLst>
              <a:ext uri="{FF2B5EF4-FFF2-40B4-BE49-F238E27FC236}">
                <a16:creationId xmlns:a16="http://schemas.microsoft.com/office/drawing/2014/main" id="{8DE8DCB1-01DC-B1A5-626C-4A48DC170A70}"/>
              </a:ext>
            </a:extLst>
          </p:cNvPr>
          <p:cNvSpPr>
            <a:spLocks noGrp="1"/>
          </p:cNvSpPr>
          <p:nvPr>
            <p:ph type="body" sz="quarter" idx="13" hasCustomPrompt="1"/>
          </p:nvPr>
        </p:nvSpPr>
        <p:spPr>
          <a:xfrm>
            <a:off x="203200" y="1227138"/>
            <a:ext cx="3471863" cy="1244600"/>
          </a:xfrm>
          <a:prstGeom prst="rect">
            <a:avLst/>
          </a:prstGeom>
        </p:spPr>
        <p:txBody>
          <a:bodyPr/>
          <a:lstStyle>
            <a:lvl1pPr marL="0" indent="0" algn="ctr">
              <a:buNone/>
              <a:defRPr sz="1030">
                <a:solidFill>
                  <a:schemeClr val="bg1"/>
                </a:solidFill>
                <a:latin typeface="Ubuntu" panose="020B0504030602030204" pitchFamily="34" charset="0"/>
              </a:defRPr>
            </a:lvl1pPr>
            <a:lvl2pPr marL="457200" indent="0" algn="ctr">
              <a:buNone/>
              <a:defRPr sz="1030">
                <a:solidFill>
                  <a:schemeClr val="bg1"/>
                </a:solidFill>
                <a:latin typeface="Ubuntu" panose="020B0504030602030204" pitchFamily="34" charset="0"/>
              </a:defRPr>
            </a:lvl2pPr>
            <a:lvl3pPr marL="914400" indent="0" algn="ctr">
              <a:buNone/>
              <a:defRPr sz="1030">
                <a:solidFill>
                  <a:schemeClr val="bg1"/>
                </a:solidFill>
                <a:latin typeface="Ubuntu" panose="020B0504030602030204" pitchFamily="34" charset="0"/>
              </a:defRPr>
            </a:lvl3pPr>
            <a:lvl4pPr marL="1371600" indent="0" algn="ctr">
              <a:buNone/>
              <a:defRPr sz="1030">
                <a:solidFill>
                  <a:schemeClr val="bg1"/>
                </a:solidFill>
                <a:latin typeface="Ubuntu" panose="020B0504030602030204" pitchFamily="34" charset="0"/>
              </a:defRPr>
            </a:lvl4pPr>
            <a:lvl5pPr marL="1828800" indent="0" algn="ctr">
              <a:buNone/>
              <a:defRPr sz="1030">
                <a:solidFill>
                  <a:schemeClr val="bg1"/>
                </a:solidFill>
                <a:latin typeface="Ubuntu" panose="020B0504030602030204" pitchFamily="34" charset="0"/>
              </a:defRPr>
            </a:lvl5pPr>
          </a:lstStyle>
          <a:p>
            <a:pPr lvl="0"/>
            <a:r>
              <a:rPr lang="en-GB" dirty="0"/>
              <a:t>Game description goes here, including purpose and additional info</a:t>
            </a:r>
          </a:p>
        </p:txBody>
      </p:sp>
      <p:sp>
        <p:nvSpPr>
          <p:cNvPr id="16" name="TextBox 15">
            <a:extLst>
              <a:ext uri="{FF2B5EF4-FFF2-40B4-BE49-F238E27FC236}">
                <a16:creationId xmlns:a16="http://schemas.microsoft.com/office/drawing/2014/main" id="{144CF83A-1D86-328B-669F-D5145A587111}"/>
              </a:ext>
            </a:extLst>
          </p:cNvPr>
          <p:cNvSpPr txBox="1"/>
          <p:nvPr/>
        </p:nvSpPr>
        <p:spPr>
          <a:xfrm>
            <a:off x="4896817" y="5138972"/>
            <a:ext cx="1894330" cy="200055"/>
          </a:xfrm>
          <a:prstGeom prst="rect">
            <a:avLst/>
          </a:prstGeom>
          <a:noFill/>
        </p:spPr>
        <p:txBody>
          <a:bodyPr wrap="square" rtlCol="0">
            <a:spAutoFit/>
          </a:bodyPr>
          <a:lstStyle/>
          <a:p>
            <a:pPr algn="ctr"/>
            <a:r>
              <a:rPr lang="en-GB" sz="700" b="0" i="0" dirty="0">
                <a:solidFill>
                  <a:schemeClr val="bg1">
                    <a:lumMod val="50000"/>
                  </a:schemeClr>
                </a:solidFill>
                <a:latin typeface="Ubuntu Light" panose="020B0304030602030204" pitchFamily="34" charset="0"/>
              </a:rPr>
              <a:t>Scrumfacilitators.com –  V1.0.0</a:t>
            </a:r>
          </a:p>
        </p:txBody>
      </p:sp>
      <p:sp>
        <p:nvSpPr>
          <p:cNvPr id="3" name="Footer Placeholder 4">
            <a:extLst>
              <a:ext uri="{FF2B5EF4-FFF2-40B4-BE49-F238E27FC236}">
                <a16:creationId xmlns:a16="http://schemas.microsoft.com/office/drawing/2014/main" id="{1B1ED2FE-F9FC-6748-981A-92425B9EF257}"/>
              </a:ext>
            </a:extLst>
          </p:cNvPr>
          <p:cNvSpPr>
            <a:spLocks noGrp="1"/>
          </p:cNvSpPr>
          <p:nvPr>
            <p:ph type="ftr" sz="quarter" idx="3"/>
          </p:nvPr>
        </p:nvSpPr>
        <p:spPr>
          <a:xfrm>
            <a:off x="6608617" y="5104336"/>
            <a:ext cx="858981" cy="269954"/>
          </a:xfrm>
          <a:prstGeom prst="rect">
            <a:avLst/>
          </a:prstGeom>
        </p:spPr>
        <p:txBody>
          <a:bodyPr vert="horz" lIns="91440" tIns="45720" rIns="91440" bIns="45720" rtlCol="0" anchor="ctr"/>
          <a:lstStyle>
            <a:lvl1pPr algn="r">
              <a:defRPr sz="1000" b="0" i="0">
                <a:solidFill>
                  <a:schemeClr val="tx1"/>
                </a:solidFill>
                <a:latin typeface="American Captain" pitchFamily="2" charset="77"/>
              </a:defRPr>
            </a:lvl1pPr>
          </a:lstStyle>
          <a:p>
            <a:r>
              <a:rPr lang="en-GB" dirty="0"/>
              <a:t>V 1.0.1</a:t>
            </a:r>
            <a:endParaRPr lang="en-NL" dirty="0"/>
          </a:p>
        </p:txBody>
      </p:sp>
    </p:spTree>
    <p:extLst>
      <p:ext uri="{BB962C8B-B14F-4D97-AF65-F5344CB8AC3E}">
        <p14:creationId xmlns:p14="http://schemas.microsoft.com/office/powerpoint/2010/main" val="2015467647"/>
      </p:ext>
    </p:extLst>
  </p:cSld>
  <p:clrMapOvr>
    <a:masterClrMapping/>
  </p:clrMapOvr>
  <p:extLst>
    <p:ext uri="{DCECCB84-F9BA-43D5-87BE-67443E8EF086}">
      <p15:sldGuideLst xmlns:p15="http://schemas.microsoft.com/office/powerpoint/2012/main">
        <p15:guide id="1" orient="horz" pos="1746">
          <p15:clr>
            <a:srgbClr val="FBAE40"/>
          </p15:clr>
        </p15:guide>
        <p15:guide id="2" pos="2449">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Orange structure BG Title Car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1160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TEXT HERE</a:t>
            </a:r>
          </a:p>
        </p:txBody>
      </p:sp>
    </p:spTree>
    <p:extLst>
      <p:ext uri="{BB962C8B-B14F-4D97-AF65-F5344CB8AC3E}">
        <p14:creationId xmlns:p14="http://schemas.microsoft.com/office/powerpoint/2010/main" val="2991908811"/>
      </p:ext>
    </p:extLst>
  </p:cSld>
  <p:clrMapOvr>
    <a:masterClrMapping/>
  </p:clrMapOvr>
  <p:extLst>
    <p:ext uri="{DCECCB84-F9BA-43D5-87BE-67443E8EF086}">
      <p15:sldGuideLst xmlns:p15="http://schemas.microsoft.com/office/powerpoint/2012/main">
        <p15:guide id="1" orient="horz" pos="1746">
          <p15:clr>
            <a:srgbClr val="FBAE40"/>
          </p15:clr>
        </p15:guide>
        <p15:guide id="2" pos="244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White BG Title Card">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5930">
                <a:solidFill>
                  <a:schemeClr val="accent2"/>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40485285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Red BG Title Card">
    <p:bg>
      <p:bgPr>
        <a:solidFill>
          <a:srgbClr val="C00000"/>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593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28512476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BG Title Card">
    <p:bg>
      <p:bgPr>
        <a:solidFill>
          <a:schemeClr val="accent6">
            <a:lumMod val="50000"/>
          </a:schemeClr>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593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29815842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 BG Title Card">
    <p:bg>
      <p:bgPr>
        <a:solidFill>
          <a:srgbClr val="0070C0"/>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593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448065178"/>
      </p:ext>
    </p:extLst>
  </p:cSld>
  <p:clrMapOvr>
    <a:masterClrMapping/>
  </p:clrMapOvr>
  <p:extLst>
    <p:ext uri="{DCECCB84-F9BA-43D5-87BE-67443E8EF086}">
      <p15:sldGuideLst xmlns:p15="http://schemas.microsoft.com/office/powerpoint/2012/main">
        <p15:guide id="1" orient="horz" pos="1746">
          <p15:clr>
            <a:srgbClr val="FBAE40"/>
          </p15:clr>
        </p15:guide>
        <p15:guide id="2" pos="244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ue (dark) BG Title Card">
    <p:bg>
      <p:bgPr>
        <a:solidFill>
          <a:schemeClr val="accent1">
            <a:lumMod val="50000"/>
          </a:schemeClr>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593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25671729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Yellow BG Title Card">
    <p:bg>
      <p:bgPr>
        <a:solidFill>
          <a:srgbClr val="FFC000"/>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5930">
                <a:solidFill>
                  <a:schemeClr val="tx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27827328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urple BG Title Card">
    <p:bg>
      <p:bgPr>
        <a:solidFill>
          <a:srgbClr val="7030A0"/>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593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13769396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Purple BG Title Card">
    <p:bg>
      <p:bgPr>
        <a:solidFill>
          <a:srgbClr val="C00000"/>
        </a:solidFill>
        <a:effectLst/>
      </p:bgPr>
    </p:bg>
    <p:spTree>
      <p:nvGrpSpPr>
        <p:cNvPr id="1" name=""/>
        <p:cNvGrpSpPr/>
        <p:nvPr/>
      </p:nvGrpSpPr>
      <p:grpSpPr>
        <a:xfrm>
          <a:off x="0" y="0"/>
          <a:ext cx="0" cy="0"/>
          <a:chOff x="0" y="0"/>
          <a:chExt cx="0" cy="0"/>
        </a:xfrm>
      </p:grpSpPr>
      <p:sp>
        <p:nvSpPr>
          <p:cNvPr id="13" name="Text Placeholder 7">
            <a:extLst>
              <a:ext uri="{FF2B5EF4-FFF2-40B4-BE49-F238E27FC236}">
                <a16:creationId xmlns:a16="http://schemas.microsoft.com/office/drawing/2014/main" id="{06763006-0C18-679B-4948-F1ED35F64B48}"/>
              </a:ext>
            </a:extLst>
          </p:cNvPr>
          <p:cNvSpPr>
            <a:spLocks noGrp="1"/>
          </p:cNvSpPr>
          <p:nvPr>
            <p:ph type="body" sz="quarter" idx="12" hasCustomPrompt="1"/>
          </p:nvPr>
        </p:nvSpPr>
        <p:spPr>
          <a:xfrm>
            <a:off x="457209" y="2006958"/>
            <a:ext cx="3250262" cy="2914177"/>
          </a:xfrm>
          <a:prstGeom prst="rect">
            <a:avLst/>
          </a:prstGeom>
        </p:spPr>
        <p:txBody>
          <a:bodyPr tIns="144000" anchor="t"/>
          <a:lstStyle>
            <a:lvl1pPr marL="0" indent="0" algn="ctr">
              <a:buNone/>
              <a:defRPr sz="400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4" name="Content Placeholder 2">
            <a:extLst>
              <a:ext uri="{FF2B5EF4-FFF2-40B4-BE49-F238E27FC236}">
                <a16:creationId xmlns:a16="http://schemas.microsoft.com/office/drawing/2014/main" id="{BA792C94-C089-C30B-7DAD-9A255E7E4B63}"/>
              </a:ext>
            </a:extLst>
          </p:cNvPr>
          <p:cNvSpPr>
            <a:spLocks noGrp="1"/>
          </p:cNvSpPr>
          <p:nvPr>
            <p:ph sz="quarter" idx="13" hasCustomPrompt="1"/>
          </p:nvPr>
        </p:nvSpPr>
        <p:spPr>
          <a:xfrm>
            <a:off x="585974" y="1188720"/>
            <a:ext cx="3003550" cy="703766"/>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sp>
        <p:nvSpPr>
          <p:cNvPr id="15" name="Text Placeholder 7">
            <a:extLst>
              <a:ext uri="{FF2B5EF4-FFF2-40B4-BE49-F238E27FC236}">
                <a16:creationId xmlns:a16="http://schemas.microsoft.com/office/drawing/2014/main" id="{6F89948F-3BC6-AA2A-993E-A68DA4D29C7C}"/>
              </a:ext>
            </a:extLst>
          </p:cNvPr>
          <p:cNvSpPr>
            <a:spLocks noGrp="1"/>
          </p:cNvSpPr>
          <p:nvPr>
            <p:ph type="body" sz="quarter" idx="14" hasCustomPrompt="1"/>
          </p:nvPr>
        </p:nvSpPr>
        <p:spPr>
          <a:xfrm>
            <a:off x="4079591" y="2006958"/>
            <a:ext cx="3302105" cy="2914177"/>
          </a:xfrm>
          <a:prstGeom prst="rect">
            <a:avLst/>
          </a:prstGeom>
        </p:spPr>
        <p:txBody>
          <a:bodyPr tIns="144000" anchor="t"/>
          <a:lstStyle>
            <a:lvl1pPr marL="0" indent="0" algn="ctr">
              <a:buNone/>
              <a:defRPr sz="400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6" name="Content Placeholder 2">
            <a:extLst>
              <a:ext uri="{FF2B5EF4-FFF2-40B4-BE49-F238E27FC236}">
                <a16:creationId xmlns:a16="http://schemas.microsoft.com/office/drawing/2014/main" id="{B6AC4793-B815-FF1A-4923-A0F398D7DBAD}"/>
              </a:ext>
            </a:extLst>
          </p:cNvPr>
          <p:cNvSpPr>
            <a:spLocks noGrp="1"/>
          </p:cNvSpPr>
          <p:nvPr>
            <p:ph sz="quarter" idx="15" hasCustomPrompt="1"/>
          </p:nvPr>
        </p:nvSpPr>
        <p:spPr>
          <a:xfrm>
            <a:off x="4197264" y="1188720"/>
            <a:ext cx="3003550" cy="703767"/>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cxnSp>
        <p:nvCxnSpPr>
          <p:cNvPr id="17" name="Straight Connector 16">
            <a:extLst>
              <a:ext uri="{FF2B5EF4-FFF2-40B4-BE49-F238E27FC236}">
                <a16:creationId xmlns:a16="http://schemas.microsoft.com/office/drawing/2014/main" id="{09717273-E123-CB98-94F4-809BAB96BB7B}"/>
              </a:ext>
            </a:extLst>
          </p:cNvPr>
          <p:cNvCxnSpPr>
            <a:cxnSpLocks/>
          </p:cNvCxnSpPr>
          <p:nvPr/>
        </p:nvCxnSpPr>
        <p:spPr>
          <a:xfrm>
            <a:off x="3893531" y="1188720"/>
            <a:ext cx="0" cy="3732415"/>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77292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7_Purple BG Title Card">
    <p:bg>
      <p:bgPr>
        <a:solidFill>
          <a:schemeClr val="bg1"/>
        </a:solidFill>
        <a:effectLst/>
      </p:bgPr>
    </p:bg>
    <p:spTree>
      <p:nvGrpSpPr>
        <p:cNvPr id="1" name=""/>
        <p:cNvGrpSpPr/>
        <p:nvPr/>
      </p:nvGrpSpPr>
      <p:grpSpPr>
        <a:xfrm>
          <a:off x="0" y="0"/>
          <a:ext cx="0" cy="0"/>
          <a:chOff x="0" y="0"/>
          <a:chExt cx="0" cy="0"/>
        </a:xfrm>
      </p:grpSpPr>
      <p:sp>
        <p:nvSpPr>
          <p:cNvPr id="13" name="Text Placeholder 7">
            <a:extLst>
              <a:ext uri="{FF2B5EF4-FFF2-40B4-BE49-F238E27FC236}">
                <a16:creationId xmlns:a16="http://schemas.microsoft.com/office/drawing/2014/main" id="{06763006-0C18-679B-4948-F1ED35F64B48}"/>
              </a:ext>
            </a:extLst>
          </p:cNvPr>
          <p:cNvSpPr>
            <a:spLocks noGrp="1"/>
          </p:cNvSpPr>
          <p:nvPr>
            <p:ph type="body" sz="quarter" idx="12" hasCustomPrompt="1"/>
          </p:nvPr>
        </p:nvSpPr>
        <p:spPr>
          <a:xfrm>
            <a:off x="457209" y="2006958"/>
            <a:ext cx="3250262" cy="2914177"/>
          </a:xfrm>
          <a:prstGeom prst="rect">
            <a:avLst/>
          </a:prstGeom>
        </p:spPr>
        <p:txBody>
          <a:bodyPr tIns="144000" anchor="t"/>
          <a:lstStyle>
            <a:lvl1pPr marL="0" indent="0" algn="ctr">
              <a:buNone/>
              <a:defRPr sz="4000">
                <a:solidFill>
                  <a:srgbClr val="DE8445"/>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4" name="Content Placeholder 2">
            <a:extLst>
              <a:ext uri="{FF2B5EF4-FFF2-40B4-BE49-F238E27FC236}">
                <a16:creationId xmlns:a16="http://schemas.microsoft.com/office/drawing/2014/main" id="{BA792C94-C089-C30B-7DAD-9A255E7E4B63}"/>
              </a:ext>
            </a:extLst>
          </p:cNvPr>
          <p:cNvSpPr>
            <a:spLocks noGrp="1"/>
          </p:cNvSpPr>
          <p:nvPr>
            <p:ph sz="quarter" idx="13" hasCustomPrompt="1"/>
          </p:nvPr>
        </p:nvSpPr>
        <p:spPr>
          <a:xfrm>
            <a:off x="585974" y="1188720"/>
            <a:ext cx="3003550" cy="703766"/>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sp>
        <p:nvSpPr>
          <p:cNvPr id="15" name="Text Placeholder 7">
            <a:extLst>
              <a:ext uri="{FF2B5EF4-FFF2-40B4-BE49-F238E27FC236}">
                <a16:creationId xmlns:a16="http://schemas.microsoft.com/office/drawing/2014/main" id="{6F89948F-3BC6-AA2A-993E-A68DA4D29C7C}"/>
              </a:ext>
            </a:extLst>
          </p:cNvPr>
          <p:cNvSpPr>
            <a:spLocks noGrp="1"/>
          </p:cNvSpPr>
          <p:nvPr>
            <p:ph type="body" sz="quarter" idx="14" hasCustomPrompt="1"/>
          </p:nvPr>
        </p:nvSpPr>
        <p:spPr>
          <a:xfrm>
            <a:off x="4079591" y="2006958"/>
            <a:ext cx="3302105" cy="2914177"/>
          </a:xfrm>
          <a:prstGeom prst="rect">
            <a:avLst/>
          </a:prstGeom>
        </p:spPr>
        <p:txBody>
          <a:bodyPr tIns="144000" anchor="t"/>
          <a:lstStyle>
            <a:lvl1pPr marL="0" indent="0" algn="ctr">
              <a:buNone/>
              <a:defRPr sz="4000">
                <a:solidFill>
                  <a:srgbClr val="DE8445"/>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6" name="Content Placeholder 2">
            <a:extLst>
              <a:ext uri="{FF2B5EF4-FFF2-40B4-BE49-F238E27FC236}">
                <a16:creationId xmlns:a16="http://schemas.microsoft.com/office/drawing/2014/main" id="{B6AC4793-B815-FF1A-4923-A0F398D7DBAD}"/>
              </a:ext>
            </a:extLst>
          </p:cNvPr>
          <p:cNvSpPr>
            <a:spLocks noGrp="1"/>
          </p:cNvSpPr>
          <p:nvPr>
            <p:ph sz="quarter" idx="15" hasCustomPrompt="1"/>
          </p:nvPr>
        </p:nvSpPr>
        <p:spPr>
          <a:xfrm>
            <a:off x="4197264" y="1188720"/>
            <a:ext cx="3003550" cy="703767"/>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cxnSp>
        <p:nvCxnSpPr>
          <p:cNvPr id="17" name="Straight Connector 16">
            <a:extLst>
              <a:ext uri="{FF2B5EF4-FFF2-40B4-BE49-F238E27FC236}">
                <a16:creationId xmlns:a16="http://schemas.microsoft.com/office/drawing/2014/main" id="{09717273-E123-CB98-94F4-809BAB96BB7B}"/>
              </a:ext>
            </a:extLst>
          </p:cNvPr>
          <p:cNvCxnSpPr>
            <a:cxnSpLocks/>
          </p:cNvCxnSpPr>
          <p:nvPr/>
        </p:nvCxnSpPr>
        <p:spPr>
          <a:xfrm>
            <a:off x="3893531" y="1188720"/>
            <a:ext cx="0" cy="3732415"/>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0121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_Purple BG Title Card">
    <p:bg>
      <p:bgPr>
        <a:solidFill>
          <a:srgbClr val="0070C0"/>
        </a:solidFill>
        <a:effectLst/>
      </p:bgPr>
    </p:bg>
    <p:spTree>
      <p:nvGrpSpPr>
        <p:cNvPr id="1" name=""/>
        <p:cNvGrpSpPr/>
        <p:nvPr/>
      </p:nvGrpSpPr>
      <p:grpSpPr>
        <a:xfrm>
          <a:off x="0" y="0"/>
          <a:ext cx="0" cy="0"/>
          <a:chOff x="0" y="0"/>
          <a:chExt cx="0" cy="0"/>
        </a:xfrm>
      </p:grpSpPr>
      <p:sp>
        <p:nvSpPr>
          <p:cNvPr id="13" name="Text Placeholder 7">
            <a:extLst>
              <a:ext uri="{FF2B5EF4-FFF2-40B4-BE49-F238E27FC236}">
                <a16:creationId xmlns:a16="http://schemas.microsoft.com/office/drawing/2014/main" id="{06763006-0C18-679B-4948-F1ED35F64B48}"/>
              </a:ext>
            </a:extLst>
          </p:cNvPr>
          <p:cNvSpPr>
            <a:spLocks noGrp="1"/>
          </p:cNvSpPr>
          <p:nvPr>
            <p:ph type="body" sz="quarter" idx="12" hasCustomPrompt="1"/>
          </p:nvPr>
        </p:nvSpPr>
        <p:spPr>
          <a:xfrm>
            <a:off x="457209" y="2006958"/>
            <a:ext cx="3250262" cy="2914177"/>
          </a:xfrm>
          <a:prstGeom prst="rect">
            <a:avLst/>
          </a:prstGeom>
        </p:spPr>
        <p:txBody>
          <a:bodyPr tIns="144000" anchor="t"/>
          <a:lstStyle>
            <a:lvl1pPr marL="0" indent="0" algn="ctr">
              <a:buNone/>
              <a:defRPr sz="400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4" name="Content Placeholder 2">
            <a:extLst>
              <a:ext uri="{FF2B5EF4-FFF2-40B4-BE49-F238E27FC236}">
                <a16:creationId xmlns:a16="http://schemas.microsoft.com/office/drawing/2014/main" id="{BA792C94-C089-C30B-7DAD-9A255E7E4B63}"/>
              </a:ext>
            </a:extLst>
          </p:cNvPr>
          <p:cNvSpPr>
            <a:spLocks noGrp="1"/>
          </p:cNvSpPr>
          <p:nvPr>
            <p:ph sz="quarter" idx="13" hasCustomPrompt="1"/>
          </p:nvPr>
        </p:nvSpPr>
        <p:spPr>
          <a:xfrm>
            <a:off x="585974" y="1188720"/>
            <a:ext cx="3003550" cy="703766"/>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sp>
        <p:nvSpPr>
          <p:cNvPr id="15" name="Text Placeholder 7">
            <a:extLst>
              <a:ext uri="{FF2B5EF4-FFF2-40B4-BE49-F238E27FC236}">
                <a16:creationId xmlns:a16="http://schemas.microsoft.com/office/drawing/2014/main" id="{6F89948F-3BC6-AA2A-993E-A68DA4D29C7C}"/>
              </a:ext>
            </a:extLst>
          </p:cNvPr>
          <p:cNvSpPr>
            <a:spLocks noGrp="1"/>
          </p:cNvSpPr>
          <p:nvPr>
            <p:ph type="body" sz="quarter" idx="14" hasCustomPrompt="1"/>
          </p:nvPr>
        </p:nvSpPr>
        <p:spPr>
          <a:xfrm>
            <a:off x="4079591" y="2006958"/>
            <a:ext cx="3302105" cy="2914177"/>
          </a:xfrm>
          <a:prstGeom prst="rect">
            <a:avLst/>
          </a:prstGeom>
        </p:spPr>
        <p:txBody>
          <a:bodyPr tIns="144000" anchor="t"/>
          <a:lstStyle>
            <a:lvl1pPr marL="0" indent="0" algn="ctr">
              <a:buNone/>
              <a:defRPr sz="400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6" name="Content Placeholder 2">
            <a:extLst>
              <a:ext uri="{FF2B5EF4-FFF2-40B4-BE49-F238E27FC236}">
                <a16:creationId xmlns:a16="http://schemas.microsoft.com/office/drawing/2014/main" id="{B6AC4793-B815-FF1A-4923-A0F398D7DBAD}"/>
              </a:ext>
            </a:extLst>
          </p:cNvPr>
          <p:cNvSpPr>
            <a:spLocks noGrp="1"/>
          </p:cNvSpPr>
          <p:nvPr>
            <p:ph sz="quarter" idx="15" hasCustomPrompt="1"/>
          </p:nvPr>
        </p:nvSpPr>
        <p:spPr>
          <a:xfrm>
            <a:off x="4197264" y="1188720"/>
            <a:ext cx="3003550" cy="703767"/>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cxnSp>
        <p:nvCxnSpPr>
          <p:cNvPr id="17" name="Straight Connector 16">
            <a:extLst>
              <a:ext uri="{FF2B5EF4-FFF2-40B4-BE49-F238E27FC236}">
                <a16:creationId xmlns:a16="http://schemas.microsoft.com/office/drawing/2014/main" id="{09717273-E123-CB98-94F4-809BAB96BB7B}"/>
              </a:ext>
            </a:extLst>
          </p:cNvPr>
          <p:cNvCxnSpPr>
            <a:cxnSpLocks/>
          </p:cNvCxnSpPr>
          <p:nvPr/>
        </p:nvCxnSpPr>
        <p:spPr>
          <a:xfrm>
            <a:off x="3893531" y="1188720"/>
            <a:ext cx="0" cy="3732415"/>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7083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6_Purple BG Title Card">
    <p:bg>
      <p:bgPr>
        <a:solidFill>
          <a:schemeClr val="accent1">
            <a:lumMod val="50000"/>
          </a:schemeClr>
        </a:solidFill>
        <a:effectLst/>
      </p:bgPr>
    </p:bg>
    <p:spTree>
      <p:nvGrpSpPr>
        <p:cNvPr id="1" name=""/>
        <p:cNvGrpSpPr/>
        <p:nvPr/>
      </p:nvGrpSpPr>
      <p:grpSpPr>
        <a:xfrm>
          <a:off x="0" y="0"/>
          <a:ext cx="0" cy="0"/>
          <a:chOff x="0" y="0"/>
          <a:chExt cx="0" cy="0"/>
        </a:xfrm>
      </p:grpSpPr>
      <p:sp>
        <p:nvSpPr>
          <p:cNvPr id="13" name="Text Placeholder 7">
            <a:extLst>
              <a:ext uri="{FF2B5EF4-FFF2-40B4-BE49-F238E27FC236}">
                <a16:creationId xmlns:a16="http://schemas.microsoft.com/office/drawing/2014/main" id="{06763006-0C18-679B-4948-F1ED35F64B48}"/>
              </a:ext>
            </a:extLst>
          </p:cNvPr>
          <p:cNvSpPr>
            <a:spLocks noGrp="1"/>
          </p:cNvSpPr>
          <p:nvPr>
            <p:ph type="body" sz="quarter" idx="12" hasCustomPrompt="1"/>
          </p:nvPr>
        </p:nvSpPr>
        <p:spPr>
          <a:xfrm>
            <a:off x="457209" y="2006958"/>
            <a:ext cx="3250262" cy="2914177"/>
          </a:xfrm>
          <a:prstGeom prst="rect">
            <a:avLst/>
          </a:prstGeom>
        </p:spPr>
        <p:txBody>
          <a:bodyPr tIns="144000" anchor="t"/>
          <a:lstStyle>
            <a:lvl1pPr marL="0" indent="0" algn="ctr">
              <a:buNone/>
              <a:defRPr sz="400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4" name="Content Placeholder 2">
            <a:extLst>
              <a:ext uri="{FF2B5EF4-FFF2-40B4-BE49-F238E27FC236}">
                <a16:creationId xmlns:a16="http://schemas.microsoft.com/office/drawing/2014/main" id="{BA792C94-C089-C30B-7DAD-9A255E7E4B63}"/>
              </a:ext>
            </a:extLst>
          </p:cNvPr>
          <p:cNvSpPr>
            <a:spLocks noGrp="1"/>
          </p:cNvSpPr>
          <p:nvPr>
            <p:ph sz="quarter" idx="13" hasCustomPrompt="1"/>
          </p:nvPr>
        </p:nvSpPr>
        <p:spPr>
          <a:xfrm>
            <a:off x="585974" y="1188720"/>
            <a:ext cx="3003550" cy="703766"/>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sp>
        <p:nvSpPr>
          <p:cNvPr id="15" name="Text Placeholder 7">
            <a:extLst>
              <a:ext uri="{FF2B5EF4-FFF2-40B4-BE49-F238E27FC236}">
                <a16:creationId xmlns:a16="http://schemas.microsoft.com/office/drawing/2014/main" id="{6F89948F-3BC6-AA2A-993E-A68DA4D29C7C}"/>
              </a:ext>
            </a:extLst>
          </p:cNvPr>
          <p:cNvSpPr>
            <a:spLocks noGrp="1"/>
          </p:cNvSpPr>
          <p:nvPr>
            <p:ph type="body" sz="quarter" idx="14" hasCustomPrompt="1"/>
          </p:nvPr>
        </p:nvSpPr>
        <p:spPr>
          <a:xfrm>
            <a:off x="4079591" y="2006958"/>
            <a:ext cx="3302105" cy="2914177"/>
          </a:xfrm>
          <a:prstGeom prst="rect">
            <a:avLst/>
          </a:prstGeom>
        </p:spPr>
        <p:txBody>
          <a:bodyPr tIns="144000" anchor="t"/>
          <a:lstStyle>
            <a:lvl1pPr marL="0" indent="0" algn="ctr">
              <a:buNone/>
              <a:defRPr sz="400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6" name="Content Placeholder 2">
            <a:extLst>
              <a:ext uri="{FF2B5EF4-FFF2-40B4-BE49-F238E27FC236}">
                <a16:creationId xmlns:a16="http://schemas.microsoft.com/office/drawing/2014/main" id="{B6AC4793-B815-FF1A-4923-A0F398D7DBAD}"/>
              </a:ext>
            </a:extLst>
          </p:cNvPr>
          <p:cNvSpPr>
            <a:spLocks noGrp="1"/>
          </p:cNvSpPr>
          <p:nvPr>
            <p:ph sz="quarter" idx="15" hasCustomPrompt="1"/>
          </p:nvPr>
        </p:nvSpPr>
        <p:spPr>
          <a:xfrm>
            <a:off x="4197264" y="1188720"/>
            <a:ext cx="3003550" cy="703767"/>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cxnSp>
        <p:nvCxnSpPr>
          <p:cNvPr id="17" name="Straight Connector 16">
            <a:extLst>
              <a:ext uri="{FF2B5EF4-FFF2-40B4-BE49-F238E27FC236}">
                <a16:creationId xmlns:a16="http://schemas.microsoft.com/office/drawing/2014/main" id="{09717273-E123-CB98-94F4-809BAB96BB7B}"/>
              </a:ext>
            </a:extLst>
          </p:cNvPr>
          <p:cNvCxnSpPr>
            <a:cxnSpLocks/>
          </p:cNvCxnSpPr>
          <p:nvPr/>
        </p:nvCxnSpPr>
        <p:spPr>
          <a:xfrm>
            <a:off x="3893531" y="1188720"/>
            <a:ext cx="0" cy="3732415"/>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6616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5_Purple BG Title Card">
    <p:bg>
      <p:bgPr>
        <a:solidFill>
          <a:schemeClr val="accent6">
            <a:lumMod val="50000"/>
          </a:schemeClr>
        </a:solidFill>
        <a:effectLst/>
      </p:bgPr>
    </p:bg>
    <p:spTree>
      <p:nvGrpSpPr>
        <p:cNvPr id="1" name=""/>
        <p:cNvGrpSpPr/>
        <p:nvPr/>
      </p:nvGrpSpPr>
      <p:grpSpPr>
        <a:xfrm>
          <a:off x="0" y="0"/>
          <a:ext cx="0" cy="0"/>
          <a:chOff x="0" y="0"/>
          <a:chExt cx="0" cy="0"/>
        </a:xfrm>
      </p:grpSpPr>
      <p:sp>
        <p:nvSpPr>
          <p:cNvPr id="13" name="Text Placeholder 7">
            <a:extLst>
              <a:ext uri="{FF2B5EF4-FFF2-40B4-BE49-F238E27FC236}">
                <a16:creationId xmlns:a16="http://schemas.microsoft.com/office/drawing/2014/main" id="{06763006-0C18-679B-4948-F1ED35F64B48}"/>
              </a:ext>
            </a:extLst>
          </p:cNvPr>
          <p:cNvSpPr>
            <a:spLocks noGrp="1"/>
          </p:cNvSpPr>
          <p:nvPr>
            <p:ph type="body" sz="quarter" idx="12" hasCustomPrompt="1"/>
          </p:nvPr>
        </p:nvSpPr>
        <p:spPr>
          <a:xfrm>
            <a:off x="457209" y="2006958"/>
            <a:ext cx="3250262" cy="2914177"/>
          </a:xfrm>
          <a:prstGeom prst="rect">
            <a:avLst/>
          </a:prstGeom>
        </p:spPr>
        <p:txBody>
          <a:bodyPr tIns="144000" anchor="t"/>
          <a:lstStyle>
            <a:lvl1pPr marL="0" indent="0" algn="ctr">
              <a:buNone/>
              <a:defRPr sz="400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4" name="Content Placeholder 2">
            <a:extLst>
              <a:ext uri="{FF2B5EF4-FFF2-40B4-BE49-F238E27FC236}">
                <a16:creationId xmlns:a16="http://schemas.microsoft.com/office/drawing/2014/main" id="{BA792C94-C089-C30B-7DAD-9A255E7E4B63}"/>
              </a:ext>
            </a:extLst>
          </p:cNvPr>
          <p:cNvSpPr>
            <a:spLocks noGrp="1"/>
          </p:cNvSpPr>
          <p:nvPr>
            <p:ph sz="quarter" idx="13" hasCustomPrompt="1"/>
          </p:nvPr>
        </p:nvSpPr>
        <p:spPr>
          <a:xfrm>
            <a:off x="585974" y="1188720"/>
            <a:ext cx="3003550" cy="703766"/>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sp>
        <p:nvSpPr>
          <p:cNvPr id="15" name="Text Placeholder 7">
            <a:extLst>
              <a:ext uri="{FF2B5EF4-FFF2-40B4-BE49-F238E27FC236}">
                <a16:creationId xmlns:a16="http://schemas.microsoft.com/office/drawing/2014/main" id="{6F89948F-3BC6-AA2A-993E-A68DA4D29C7C}"/>
              </a:ext>
            </a:extLst>
          </p:cNvPr>
          <p:cNvSpPr>
            <a:spLocks noGrp="1"/>
          </p:cNvSpPr>
          <p:nvPr>
            <p:ph type="body" sz="quarter" idx="14" hasCustomPrompt="1"/>
          </p:nvPr>
        </p:nvSpPr>
        <p:spPr>
          <a:xfrm>
            <a:off x="4079591" y="2006958"/>
            <a:ext cx="3302105" cy="2914177"/>
          </a:xfrm>
          <a:prstGeom prst="rect">
            <a:avLst/>
          </a:prstGeom>
        </p:spPr>
        <p:txBody>
          <a:bodyPr tIns="144000" anchor="t"/>
          <a:lstStyle>
            <a:lvl1pPr marL="0" indent="0" algn="ctr">
              <a:buNone/>
              <a:defRPr sz="400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6" name="Content Placeholder 2">
            <a:extLst>
              <a:ext uri="{FF2B5EF4-FFF2-40B4-BE49-F238E27FC236}">
                <a16:creationId xmlns:a16="http://schemas.microsoft.com/office/drawing/2014/main" id="{B6AC4793-B815-FF1A-4923-A0F398D7DBAD}"/>
              </a:ext>
            </a:extLst>
          </p:cNvPr>
          <p:cNvSpPr>
            <a:spLocks noGrp="1"/>
          </p:cNvSpPr>
          <p:nvPr>
            <p:ph sz="quarter" idx="15" hasCustomPrompt="1"/>
          </p:nvPr>
        </p:nvSpPr>
        <p:spPr>
          <a:xfrm>
            <a:off x="4197264" y="1188720"/>
            <a:ext cx="3003550" cy="703767"/>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cxnSp>
        <p:nvCxnSpPr>
          <p:cNvPr id="17" name="Straight Connector 16">
            <a:extLst>
              <a:ext uri="{FF2B5EF4-FFF2-40B4-BE49-F238E27FC236}">
                <a16:creationId xmlns:a16="http://schemas.microsoft.com/office/drawing/2014/main" id="{09717273-E123-CB98-94F4-809BAB96BB7B}"/>
              </a:ext>
            </a:extLst>
          </p:cNvPr>
          <p:cNvCxnSpPr>
            <a:cxnSpLocks/>
          </p:cNvCxnSpPr>
          <p:nvPr/>
        </p:nvCxnSpPr>
        <p:spPr>
          <a:xfrm>
            <a:off x="3893531" y="1188720"/>
            <a:ext cx="0" cy="3732415"/>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94849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4_Purple BG Title Card">
    <p:bg>
      <p:bgPr>
        <a:solidFill>
          <a:srgbClr val="FFC000"/>
        </a:solidFill>
        <a:effectLst/>
      </p:bgPr>
    </p:bg>
    <p:spTree>
      <p:nvGrpSpPr>
        <p:cNvPr id="1" name=""/>
        <p:cNvGrpSpPr/>
        <p:nvPr/>
      </p:nvGrpSpPr>
      <p:grpSpPr>
        <a:xfrm>
          <a:off x="0" y="0"/>
          <a:ext cx="0" cy="0"/>
          <a:chOff x="0" y="0"/>
          <a:chExt cx="0" cy="0"/>
        </a:xfrm>
      </p:grpSpPr>
      <p:sp>
        <p:nvSpPr>
          <p:cNvPr id="13" name="Text Placeholder 7">
            <a:extLst>
              <a:ext uri="{FF2B5EF4-FFF2-40B4-BE49-F238E27FC236}">
                <a16:creationId xmlns:a16="http://schemas.microsoft.com/office/drawing/2014/main" id="{06763006-0C18-679B-4948-F1ED35F64B48}"/>
              </a:ext>
            </a:extLst>
          </p:cNvPr>
          <p:cNvSpPr>
            <a:spLocks noGrp="1"/>
          </p:cNvSpPr>
          <p:nvPr>
            <p:ph type="body" sz="quarter" idx="12" hasCustomPrompt="1"/>
          </p:nvPr>
        </p:nvSpPr>
        <p:spPr>
          <a:xfrm>
            <a:off x="457209" y="2006958"/>
            <a:ext cx="3250262" cy="2914177"/>
          </a:xfrm>
          <a:prstGeom prst="rect">
            <a:avLst/>
          </a:prstGeom>
        </p:spPr>
        <p:txBody>
          <a:bodyPr tIns="144000" anchor="t"/>
          <a:lstStyle>
            <a:lvl1pPr marL="0" indent="0" algn="ctr">
              <a:buNone/>
              <a:defRPr sz="4000">
                <a:solidFill>
                  <a:schemeClr val="tx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4" name="Content Placeholder 2">
            <a:extLst>
              <a:ext uri="{FF2B5EF4-FFF2-40B4-BE49-F238E27FC236}">
                <a16:creationId xmlns:a16="http://schemas.microsoft.com/office/drawing/2014/main" id="{BA792C94-C089-C30B-7DAD-9A255E7E4B63}"/>
              </a:ext>
            </a:extLst>
          </p:cNvPr>
          <p:cNvSpPr>
            <a:spLocks noGrp="1"/>
          </p:cNvSpPr>
          <p:nvPr>
            <p:ph sz="quarter" idx="13" hasCustomPrompt="1"/>
          </p:nvPr>
        </p:nvSpPr>
        <p:spPr>
          <a:xfrm>
            <a:off x="585974" y="1188720"/>
            <a:ext cx="3003550" cy="703766"/>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sp>
        <p:nvSpPr>
          <p:cNvPr id="15" name="Text Placeholder 7">
            <a:extLst>
              <a:ext uri="{FF2B5EF4-FFF2-40B4-BE49-F238E27FC236}">
                <a16:creationId xmlns:a16="http://schemas.microsoft.com/office/drawing/2014/main" id="{6F89948F-3BC6-AA2A-993E-A68DA4D29C7C}"/>
              </a:ext>
            </a:extLst>
          </p:cNvPr>
          <p:cNvSpPr>
            <a:spLocks noGrp="1"/>
          </p:cNvSpPr>
          <p:nvPr>
            <p:ph type="body" sz="quarter" idx="14" hasCustomPrompt="1"/>
          </p:nvPr>
        </p:nvSpPr>
        <p:spPr>
          <a:xfrm>
            <a:off x="4079591" y="2006958"/>
            <a:ext cx="3302105" cy="2914177"/>
          </a:xfrm>
          <a:prstGeom prst="rect">
            <a:avLst/>
          </a:prstGeom>
        </p:spPr>
        <p:txBody>
          <a:bodyPr tIns="144000" anchor="t"/>
          <a:lstStyle>
            <a:lvl1pPr marL="0" indent="0" algn="ctr">
              <a:buNone/>
              <a:defRPr sz="4000">
                <a:solidFill>
                  <a:schemeClr val="tx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6" name="Content Placeholder 2">
            <a:extLst>
              <a:ext uri="{FF2B5EF4-FFF2-40B4-BE49-F238E27FC236}">
                <a16:creationId xmlns:a16="http://schemas.microsoft.com/office/drawing/2014/main" id="{B6AC4793-B815-FF1A-4923-A0F398D7DBAD}"/>
              </a:ext>
            </a:extLst>
          </p:cNvPr>
          <p:cNvSpPr>
            <a:spLocks noGrp="1"/>
          </p:cNvSpPr>
          <p:nvPr>
            <p:ph sz="quarter" idx="15" hasCustomPrompt="1"/>
          </p:nvPr>
        </p:nvSpPr>
        <p:spPr>
          <a:xfrm>
            <a:off x="4197264" y="1188720"/>
            <a:ext cx="3003550" cy="703767"/>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cxnSp>
        <p:nvCxnSpPr>
          <p:cNvPr id="17" name="Straight Connector 16">
            <a:extLst>
              <a:ext uri="{FF2B5EF4-FFF2-40B4-BE49-F238E27FC236}">
                <a16:creationId xmlns:a16="http://schemas.microsoft.com/office/drawing/2014/main" id="{09717273-E123-CB98-94F4-809BAB96BB7B}"/>
              </a:ext>
            </a:extLst>
          </p:cNvPr>
          <p:cNvCxnSpPr>
            <a:cxnSpLocks/>
          </p:cNvCxnSpPr>
          <p:nvPr/>
        </p:nvCxnSpPr>
        <p:spPr>
          <a:xfrm>
            <a:off x="3893531" y="1188720"/>
            <a:ext cx="0" cy="3732415"/>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03801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_Purple BG Title Card">
    <p:bg>
      <p:bgPr>
        <a:solidFill>
          <a:srgbClr val="7030A0"/>
        </a:solidFill>
        <a:effectLst/>
      </p:bgPr>
    </p:bg>
    <p:spTree>
      <p:nvGrpSpPr>
        <p:cNvPr id="1" name=""/>
        <p:cNvGrpSpPr/>
        <p:nvPr/>
      </p:nvGrpSpPr>
      <p:grpSpPr>
        <a:xfrm>
          <a:off x="0" y="0"/>
          <a:ext cx="0" cy="0"/>
          <a:chOff x="0" y="0"/>
          <a:chExt cx="0" cy="0"/>
        </a:xfrm>
      </p:grpSpPr>
      <p:sp>
        <p:nvSpPr>
          <p:cNvPr id="13" name="Text Placeholder 7">
            <a:extLst>
              <a:ext uri="{FF2B5EF4-FFF2-40B4-BE49-F238E27FC236}">
                <a16:creationId xmlns:a16="http://schemas.microsoft.com/office/drawing/2014/main" id="{06763006-0C18-679B-4948-F1ED35F64B48}"/>
              </a:ext>
            </a:extLst>
          </p:cNvPr>
          <p:cNvSpPr>
            <a:spLocks noGrp="1"/>
          </p:cNvSpPr>
          <p:nvPr>
            <p:ph type="body" sz="quarter" idx="12" hasCustomPrompt="1"/>
          </p:nvPr>
        </p:nvSpPr>
        <p:spPr>
          <a:xfrm>
            <a:off x="457209" y="2006958"/>
            <a:ext cx="3250262" cy="2914177"/>
          </a:xfrm>
          <a:prstGeom prst="rect">
            <a:avLst/>
          </a:prstGeom>
        </p:spPr>
        <p:txBody>
          <a:bodyPr tIns="144000" anchor="t"/>
          <a:lstStyle>
            <a:lvl1pPr marL="0" indent="0" algn="ctr">
              <a:buNone/>
              <a:defRPr sz="400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4" name="Content Placeholder 2">
            <a:extLst>
              <a:ext uri="{FF2B5EF4-FFF2-40B4-BE49-F238E27FC236}">
                <a16:creationId xmlns:a16="http://schemas.microsoft.com/office/drawing/2014/main" id="{BA792C94-C089-C30B-7DAD-9A255E7E4B63}"/>
              </a:ext>
            </a:extLst>
          </p:cNvPr>
          <p:cNvSpPr>
            <a:spLocks noGrp="1"/>
          </p:cNvSpPr>
          <p:nvPr>
            <p:ph sz="quarter" idx="13" hasCustomPrompt="1"/>
          </p:nvPr>
        </p:nvSpPr>
        <p:spPr>
          <a:xfrm>
            <a:off x="585974" y="1188720"/>
            <a:ext cx="3003550" cy="703766"/>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sp>
        <p:nvSpPr>
          <p:cNvPr id="15" name="Text Placeholder 7">
            <a:extLst>
              <a:ext uri="{FF2B5EF4-FFF2-40B4-BE49-F238E27FC236}">
                <a16:creationId xmlns:a16="http://schemas.microsoft.com/office/drawing/2014/main" id="{6F89948F-3BC6-AA2A-993E-A68DA4D29C7C}"/>
              </a:ext>
            </a:extLst>
          </p:cNvPr>
          <p:cNvSpPr>
            <a:spLocks noGrp="1"/>
          </p:cNvSpPr>
          <p:nvPr>
            <p:ph type="body" sz="quarter" idx="14" hasCustomPrompt="1"/>
          </p:nvPr>
        </p:nvSpPr>
        <p:spPr>
          <a:xfrm>
            <a:off x="4079591" y="2006958"/>
            <a:ext cx="3302105" cy="2914177"/>
          </a:xfrm>
          <a:prstGeom prst="rect">
            <a:avLst/>
          </a:prstGeom>
        </p:spPr>
        <p:txBody>
          <a:bodyPr tIns="144000" anchor="t"/>
          <a:lstStyle>
            <a:lvl1pPr marL="0" indent="0" algn="ctr">
              <a:buNone/>
              <a:defRPr sz="4000">
                <a:solidFill>
                  <a:schemeClr val="bg1"/>
                </a:solidFill>
                <a:latin typeface="American Captain" pitchFamily="2" charset="77"/>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
        <p:nvSpPr>
          <p:cNvPr id="16" name="Content Placeholder 2">
            <a:extLst>
              <a:ext uri="{FF2B5EF4-FFF2-40B4-BE49-F238E27FC236}">
                <a16:creationId xmlns:a16="http://schemas.microsoft.com/office/drawing/2014/main" id="{B6AC4793-B815-FF1A-4923-A0F398D7DBAD}"/>
              </a:ext>
            </a:extLst>
          </p:cNvPr>
          <p:cNvSpPr>
            <a:spLocks noGrp="1"/>
          </p:cNvSpPr>
          <p:nvPr>
            <p:ph sz="quarter" idx="15" hasCustomPrompt="1"/>
          </p:nvPr>
        </p:nvSpPr>
        <p:spPr>
          <a:xfrm>
            <a:off x="4197264" y="1188720"/>
            <a:ext cx="3003550" cy="703767"/>
          </a:xfrm>
          <a:prstGeom prst="rect">
            <a:avLst/>
          </a:prstGeom>
          <a:solidFill>
            <a:schemeClr val="tx1"/>
          </a:solidFill>
        </p:spPr>
        <p:txBody>
          <a:bodyPr anchor="b"/>
          <a:lstStyle>
            <a:lvl1pPr marL="0" indent="0" algn="ctr">
              <a:buNone/>
              <a:defRPr sz="4000">
                <a:solidFill>
                  <a:schemeClr val="bg1"/>
                </a:solidFill>
                <a:latin typeface="American Captain" pitchFamily="2" charset="77"/>
              </a:defRPr>
            </a:lvl1pPr>
          </a:lstStyle>
          <a:p>
            <a:pPr lvl="0"/>
            <a:r>
              <a:rPr lang="en-NL" dirty="0"/>
              <a:t>COLUMN TITLE</a:t>
            </a:r>
          </a:p>
        </p:txBody>
      </p:sp>
      <p:cxnSp>
        <p:nvCxnSpPr>
          <p:cNvPr id="17" name="Straight Connector 16">
            <a:extLst>
              <a:ext uri="{FF2B5EF4-FFF2-40B4-BE49-F238E27FC236}">
                <a16:creationId xmlns:a16="http://schemas.microsoft.com/office/drawing/2014/main" id="{09717273-E123-CB98-94F4-809BAB96BB7B}"/>
              </a:ext>
            </a:extLst>
          </p:cNvPr>
          <p:cNvCxnSpPr>
            <a:cxnSpLocks/>
          </p:cNvCxnSpPr>
          <p:nvPr/>
        </p:nvCxnSpPr>
        <p:spPr>
          <a:xfrm>
            <a:off x="3893531" y="1188720"/>
            <a:ext cx="0" cy="3732415"/>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45566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Orange BG Text Card">
    <p:bg>
      <p:bgPr>
        <a:solidFill>
          <a:schemeClr val="accent2"/>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4350">
                <a:solidFill>
                  <a:schemeClr val="bg1"/>
                </a:solidFill>
                <a:latin typeface="Ubuntu" panose="020B0504030602030204" pitchFamily="34" charset="0"/>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16179019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White BG Text Orange Card">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4350">
                <a:solidFill>
                  <a:schemeClr val="accent2"/>
                </a:solidFill>
                <a:latin typeface="Ubuntu" panose="020B0504030602030204" pitchFamily="34" charset="0"/>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12068574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Green BG Text Card">
    <p:bg>
      <p:bgPr>
        <a:solidFill>
          <a:schemeClr val="accent6">
            <a:lumMod val="50000"/>
          </a:schemeClr>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4350">
                <a:solidFill>
                  <a:schemeClr val="bg1"/>
                </a:solidFill>
                <a:latin typeface="Ubuntu" panose="020B0504030602030204" pitchFamily="34" charset="0"/>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37487157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Red (Light) BG Text Card">
    <p:bg>
      <p:bgPr>
        <a:solidFill>
          <a:srgbClr val="FFAAAA"/>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4350">
                <a:solidFill>
                  <a:schemeClr val="tx1"/>
                </a:solidFill>
                <a:latin typeface="Ubuntu" panose="020B0504030602030204" pitchFamily="34" charset="0"/>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2068129670"/>
      </p:ext>
    </p:extLst>
  </p:cSld>
  <p:clrMapOvr>
    <a:masterClrMapping/>
  </p:clrMapOvr>
  <p:extLst>
    <p:ext uri="{DCECCB84-F9BA-43D5-87BE-67443E8EF086}">
      <p15:sldGuideLst xmlns:p15="http://schemas.microsoft.com/office/powerpoint/2012/main">
        <p15:guide id="1" orient="horz" pos="1746">
          <p15:clr>
            <a:srgbClr val="FBAE40"/>
          </p15:clr>
        </p15:guide>
        <p15:guide id="2" pos="2449">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Red BG Text Card">
    <p:bg>
      <p:bgPr>
        <a:solidFill>
          <a:srgbClr val="C00000"/>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4350">
                <a:solidFill>
                  <a:schemeClr val="bg1"/>
                </a:solidFill>
                <a:latin typeface="Ubuntu" panose="020B0504030602030204" pitchFamily="34" charset="0"/>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8592421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urple BG Text Card">
    <p:bg>
      <p:bgPr>
        <a:solidFill>
          <a:srgbClr val="7030A0"/>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4350">
                <a:solidFill>
                  <a:schemeClr val="bg1"/>
                </a:solidFill>
                <a:latin typeface="Ubuntu" panose="020B0504030602030204" pitchFamily="34" charset="0"/>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22346454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lue (Dark) BG Text Card">
    <p:bg>
      <p:bgPr>
        <a:solidFill>
          <a:schemeClr val="accent1">
            <a:lumMod val="50000"/>
          </a:schemeClr>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4350">
                <a:solidFill>
                  <a:schemeClr val="bg1"/>
                </a:solidFill>
                <a:latin typeface="Ubuntu" panose="020B0504030602030204" pitchFamily="34" charset="0"/>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25070048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White BG Text Blue Card">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4350">
                <a:solidFill>
                  <a:schemeClr val="accent1">
                    <a:lumMod val="50000"/>
                  </a:schemeClr>
                </a:solidFill>
                <a:latin typeface="Ubuntu" panose="020B0504030602030204" pitchFamily="34" charset="0"/>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39884641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2_Bordered Title Car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3B9313AD-B5AF-1E1A-ED67-CBB5E3558278}"/>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spTree>
    <p:extLst>
      <p:ext uri="{BB962C8B-B14F-4D97-AF65-F5344CB8AC3E}">
        <p14:creationId xmlns:p14="http://schemas.microsoft.com/office/powerpoint/2010/main" val="54117089"/>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White BG Text Orange Card w/ Name Game">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4350">
                <a:solidFill>
                  <a:schemeClr val="accent2"/>
                </a:solidFill>
                <a:latin typeface="Ubuntu" panose="020B0504030602030204" pitchFamily="34" charset="0"/>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34560442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White BG Text Blue Card w/ Name Game">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4350">
                <a:solidFill>
                  <a:schemeClr val="accent1">
                    <a:lumMod val="50000"/>
                  </a:schemeClr>
                </a:solidFill>
                <a:latin typeface="Ubuntu" panose="020B0504030602030204" pitchFamily="34" charset="0"/>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346656539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Red (light) BG Text Card w/ Name Game">
    <p:bg>
      <p:bgPr>
        <a:solidFill>
          <a:srgbClr val="FFAAAA"/>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3DAF603-FF9A-C57F-E685-C30FDC19F260}"/>
              </a:ext>
            </a:extLst>
          </p:cNvPr>
          <p:cNvSpPr>
            <a:spLocks noGrp="1"/>
          </p:cNvSpPr>
          <p:nvPr>
            <p:ph type="body" sz="quarter" idx="12" hasCustomPrompt="1"/>
          </p:nvPr>
        </p:nvSpPr>
        <p:spPr>
          <a:xfrm>
            <a:off x="810418" y="1776412"/>
            <a:ext cx="6154737" cy="1990725"/>
          </a:xfrm>
          <a:prstGeom prst="rect">
            <a:avLst/>
          </a:prstGeom>
        </p:spPr>
        <p:txBody>
          <a:bodyPr tIns="144000" anchor="ctr"/>
          <a:lstStyle>
            <a:lvl1pPr marL="0" indent="0" algn="ctr">
              <a:buNone/>
              <a:defRPr sz="4350">
                <a:solidFill>
                  <a:schemeClr val="tx1"/>
                </a:solidFill>
                <a:latin typeface="Ubuntu" panose="020B0504030602030204" pitchFamily="34" charset="0"/>
              </a:defRPr>
            </a:lvl1pPr>
            <a:lvl2pPr marL="457200" indent="0">
              <a:buNone/>
              <a:defRPr>
                <a:latin typeface="American Captain" pitchFamily="2" charset="77"/>
              </a:defRPr>
            </a:lvl2pPr>
            <a:lvl3pPr marL="914400" indent="0">
              <a:buNone/>
              <a:defRPr>
                <a:latin typeface="American Captain" pitchFamily="2" charset="77"/>
              </a:defRPr>
            </a:lvl3pPr>
            <a:lvl4pPr marL="1371600" indent="0">
              <a:buNone/>
              <a:defRPr>
                <a:latin typeface="American Captain" pitchFamily="2" charset="77"/>
              </a:defRPr>
            </a:lvl4pPr>
            <a:lvl5pPr marL="1828800" indent="0">
              <a:buNone/>
              <a:defRPr>
                <a:latin typeface="American Captain" pitchFamily="2" charset="77"/>
              </a:defRPr>
            </a:lvl5pPr>
          </a:lstStyle>
          <a:p>
            <a:pPr lvl="0"/>
            <a:r>
              <a:rPr lang="en-GB" dirty="0"/>
              <a:t>Your text here</a:t>
            </a:r>
          </a:p>
        </p:txBody>
      </p:sp>
    </p:spTree>
    <p:extLst>
      <p:ext uri="{BB962C8B-B14F-4D97-AF65-F5344CB8AC3E}">
        <p14:creationId xmlns:p14="http://schemas.microsoft.com/office/powerpoint/2010/main" val="2839066958"/>
      </p:ext>
    </p:extLst>
  </p:cSld>
  <p:clrMapOvr>
    <a:masterClrMapping/>
  </p:clrMapOvr>
  <p:extLst>
    <p:ext uri="{DCECCB84-F9BA-43D5-87BE-67443E8EF086}">
      <p15:sldGuideLst xmlns:p15="http://schemas.microsoft.com/office/powerpoint/2012/main">
        <p15:guide id="1" orient="horz" pos="1746">
          <p15:clr>
            <a:srgbClr val="FBAE40"/>
          </p15:clr>
        </p15:guide>
        <p15:guide id="2" pos="2449">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ordered Name Game Card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8FBCAE6-FE23-1D5D-7F44-512463D5A6B1}"/>
              </a:ext>
            </a:extLst>
          </p:cNvPr>
          <p:cNvSpPr/>
          <p:nvPr/>
        </p:nvSpPr>
        <p:spPr>
          <a:xfrm>
            <a:off x="750943" y="728522"/>
            <a:ext cx="5540800" cy="120927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5" name="Rectangle 14">
            <a:extLst>
              <a:ext uri="{FF2B5EF4-FFF2-40B4-BE49-F238E27FC236}">
                <a16:creationId xmlns:a16="http://schemas.microsoft.com/office/drawing/2014/main" id="{A5D2426B-2755-719C-B9D1-5A4D07AC6BB7}"/>
              </a:ext>
            </a:extLst>
          </p:cNvPr>
          <p:cNvSpPr/>
          <p:nvPr/>
        </p:nvSpPr>
        <p:spPr>
          <a:xfrm>
            <a:off x="750943" y="2018304"/>
            <a:ext cx="3879780" cy="120927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4" name="TextBox 13">
            <a:extLst>
              <a:ext uri="{FF2B5EF4-FFF2-40B4-BE49-F238E27FC236}">
                <a16:creationId xmlns:a16="http://schemas.microsoft.com/office/drawing/2014/main" id="{B45A800E-3727-C13F-7DDE-B0649F600C6C}"/>
              </a:ext>
            </a:extLst>
          </p:cNvPr>
          <p:cNvSpPr txBox="1"/>
          <p:nvPr/>
        </p:nvSpPr>
        <p:spPr>
          <a:xfrm>
            <a:off x="670095" y="605065"/>
            <a:ext cx="6030852" cy="2816034"/>
          </a:xfrm>
          <a:prstGeom prst="rect">
            <a:avLst/>
          </a:prstGeom>
          <a:noFill/>
        </p:spPr>
        <p:txBody>
          <a:bodyPr wrap="square" lIns="251999" tIns="151200" rIns="72000" bIns="46800" rtlCol="0">
            <a:spAutoFit/>
          </a:bodyPr>
          <a:lstStyle/>
          <a:p>
            <a:pPr>
              <a:lnSpc>
                <a:spcPts val="10200"/>
              </a:lnSpc>
            </a:pPr>
            <a:r>
              <a:rPr lang="nl-NL" sz="9600" dirty="0">
                <a:solidFill>
                  <a:schemeClr val="bg1"/>
                </a:solidFill>
                <a:latin typeface="American Captain" pitchFamily="2" charset="77"/>
              </a:rPr>
              <a:t>management</a:t>
            </a:r>
            <a:endParaRPr lang="en-NL" sz="9600" dirty="0">
              <a:solidFill>
                <a:schemeClr val="bg1"/>
              </a:solidFill>
              <a:latin typeface="American Captain" pitchFamily="2" charset="77"/>
            </a:endParaRPr>
          </a:p>
          <a:p>
            <a:pPr>
              <a:lnSpc>
                <a:spcPts val="10200"/>
              </a:lnSpc>
            </a:pPr>
            <a:r>
              <a:rPr lang="nl-NL" sz="9600" dirty="0">
                <a:solidFill>
                  <a:schemeClr val="bg1"/>
                </a:solidFill>
                <a:latin typeface="American Captain" pitchFamily="2" charset="77"/>
              </a:rPr>
              <a:t>In scrum</a:t>
            </a:r>
            <a:endParaRPr lang="en-NL" sz="9600" dirty="0">
              <a:solidFill>
                <a:schemeClr val="bg1"/>
              </a:solidFill>
              <a:latin typeface="American Captain" pitchFamily="2" charset="77"/>
            </a:endParaRPr>
          </a:p>
        </p:txBody>
      </p:sp>
      <p:pic>
        <p:nvPicPr>
          <p:cNvPr id="18" name="Picture 17" descr="A picture containing food, drawing&#10;&#10;Description automatically generated">
            <a:extLst>
              <a:ext uri="{FF2B5EF4-FFF2-40B4-BE49-F238E27FC236}">
                <a16:creationId xmlns:a16="http://schemas.microsoft.com/office/drawing/2014/main" id="{556B4EFA-19EB-4EC3-891E-E2000952E6A6}"/>
              </a:ext>
            </a:extLst>
          </p:cNvPr>
          <p:cNvPicPr>
            <a:picLocks noChangeAspect="1"/>
          </p:cNvPicPr>
          <p:nvPr/>
        </p:nvPicPr>
        <p:blipFill>
          <a:blip r:embed="rId2"/>
          <a:stretch>
            <a:fillRect/>
          </a:stretch>
        </p:blipFill>
        <p:spPr>
          <a:xfrm>
            <a:off x="4796501" y="3080041"/>
            <a:ext cx="2767271" cy="2491031"/>
          </a:xfrm>
          <a:prstGeom prst="rect">
            <a:avLst/>
          </a:prstGeom>
        </p:spPr>
      </p:pic>
      <p:pic>
        <p:nvPicPr>
          <p:cNvPr id="3" name="Picture 2" descr="A picture containing text, clipart&#10;&#10;Description automatically generated">
            <a:extLst>
              <a:ext uri="{FF2B5EF4-FFF2-40B4-BE49-F238E27FC236}">
                <a16:creationId xmlns:a16="http://schemas.microsoft.com/office/drawing/2014/main" id="{20127F10-C01A-99B5-4015-937C7F13B099}"/>
              </a:ext>
            </a:extLst>
          </p:cNvPr>
          <p:cNvPicPr>
            <a:picLocks noChangeAspect="1"/>
          </p:cNvPicPr>
          <p:nvPr/>
        </p:nvPicPr>
        <p:blipFill>
          <a:blip r:embed="rId3"/>
          <a:stretch>
            <a:fillRect/>
          </a:stretch>
        </p:blipFill>
        <p:spPr>
          <a:xfrm>
            <a:off x="740418" y="4532197"/>
            <a:ext cx="870770" cy="304769"/>
          </a:xfrm>
          <a:prstGeom prst="rect">
            <a:avLst/>
          </a:prstGeom>
        </p:spPr>
      </p:pic>
      <p:pic>
        <p:nvPicPr>
          <p:cNvPr id="2" name="Picture 1" descr="A picture containing food, drawing&#10;&#10;Description automatically generated">
            <a:extLst>
              <a:ext uri="{FF2B5EF4-FFF2-40B4-BE49-F238E27FC236}">
                <a16:creationId xmlns:a16="http://schemas.microsoft.com/office/drawing/2014/main" id="{1F1268E1-CC0B-E5D6-5468-CD05DCBB7FD7}"/>
              </a:ext>
            </a:extLst>
          </p:cNvPr>
          <p:cNvPicPr>
            <a:picLocks noChangeAspect="1"/>
          </p:cNvPicPr>
          <p:nvPr/>
        </p:nvPicPr>
        <p:blipFill>
          <a:blip r:embed="rId2"/>
          <a:stretch>
            <a:fillRect/>
          </a:stretch>
        </p:blipFill>
        <p:spPr>
          <a:xfrm>
            <a:off x="4796501" y="3080041"/>
            <a:ext cx="2767271" cy="2491031"/>
          </a:xfrm>
          <a:prstGeom prst="rect">
            <a:avLst/>
          </a:prstGeom>
        </p:spPr>
      </p:pic>
      <p:pic>
        <p:nvPicPr>
          <p:cNvPr id="4" name="Picture 3" descr="A picture containing text, clipart&#10;&#10;Description automatically generated">
            <a:extLst>
              <a:ext uri="{FF2B5EF4-FFF2-40B4-BE49-F238E27FC236}">
                <a16:creationId xmlns:a16="http://schemas.microsoft.com/office/drawing/2014/main" id="{44824665-FEDC-5D64-F52D-6989375DFB86}"/>
              </a:ext>
            </a:extLst>
          </p:cNvPr>
          <p:cNvPicPr>
            <a:picLocks noChangeAspect="1"/>
          </p:cNvPicPr>
          <p:nvPr/>
        </p:nvPicPr>
        <p:blipFill>
          <a:blip r:embed="rId3"/>
          <a:stretch>
            <a:fillRect/>
          </a:stretch>
        </p:blipFill>
        <p:spPr>
          <a:xfrm>
            <a:off x="740418" y="4532197"/>
            <a:ext cx="870770" cy="304769"/>
          </a:xfrm>
          <a:prstGeom prst="rect">
            <a:avLst/>
          </a:prstGeom>
        </p:spPr>
      </p:pic>
    </p:spTree>
    <p:extLst>
      <p:ext uri="{BB962C8B-B14F-4D97-AF65-F5344CB8AC3E}">
        <p14:creationId xmlns:p14="http://schemas.microsoft.com/office/powerpoint/2010/main" val="319146222"/>
      </p:ext>
    </p:extLst>
  </p:cSld>
  <p:clrMapOvr>
    <a:masterClrMapping/>
  </p:clrMapOvr>
  <p:extLst>
    <p:ext uri="{DCECCB84-F9BA-43D5-87BE-67443E8EF086}">
      <p15:sldGuideLst xmlns:p15="http://schemas.microsoft.com/office/powerpoint/2012/main">
        <p15:guide id="1" pos="2449">
          <p15:clr>
            <a:srgbClr val="FBAE40"/>
          </p15:clr>
        </p15:guide>
        <p15:guide id="2" pos="47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ordered Name Game Card 3 lines">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E929FD2-BE08-DE40-F11C-DE3CAE970204}"/>
              </a:ext>
            </a:extLst>
          </p:cNvPr>
          <p:cNvSpPr/>
          <p:nvPr/>
        </p:nvSpPr>
        <p:spPr>
          <a:xfrm>
            <a:off x="750942" y="3266399"/>
            <a:ext cx="4045559" cy="120927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5" name="Rectangle 14">
            <a:extLst>
              <a:ext uri="{FF2B5EF4-FFF2-40B4-BE49-F238E27FC236}">
                <a16:creationId xmlns:a16="http://schemas.microsoft.com/office/drawing/2014/main" id="{A5D2426B-2755-719C-B9D1-5A4D07AC6BB7}"/>
              </a:ext>
            </a:extLst>
          </p:cNvPr>
          <p:cNvSpPr/>
          <p:nvPr/>
        </p:nvSpPr>
        <p:spPr>
          <a:xfrm>
            <a:off x="750943" y="1976739"/>
            <a:ext cx="3255666" cy="120927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5" name="Rectangle 4">
            <a:extLst>
              <a:ext uri="{FF2B5EF4-FFF2-40B4-BE49-F238E27FC236}">
                <a16:creationId xmlns:a16="http://schemas.microsoft.com/office/drawing/2014/main" id="{E8FBCAE6-FE23-1D5D-7F44-512463D5A6B1}"/>
              </a:ext>
            </a:extLst>
          </p:cNvPr>
          <p:cNvSpPr/>
          <p:nvPr/>
        </p:nvSpPr>
        <p:spPr>
          <a:xfrm>
            <a:off x="750943" y="686957"/>
            <a:ext cx="3339426" cy="120927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pic>
        <p:nvPicPr>
          <p:cNvPr id="6" name="Picture 5" descr="A picture containing food, drawing&#10;&#10;Description automatically generated">
            <a:extLst>
              <a:ext uri="{FF2B5EF4-FFF2-40B4-BE49-F238E27FC236}">
                <a16:creationId xmlns:a16="http://schemas.microsoft.com/office/drawing/2014/main" id="{6650B800-C888-5D76-26C5-CD887FD8F3B5}"/>
              </a:ext>
            </a:extLst>
          </p:cNvPr>
          <p:cNvPicPr>
            <a:picLocks noChangeAspect="1"/>
          </p:cNvPicPr>
          <p:nvPr/>
        </p:nvPicPr>
        <p:blipFill>
          <a:blip r:embed="rId2"/>
          <a:stretch>
            <a:fillRect/>
          </a:stretch>
        </p:blipFill>
        <p:spPr>
          <a:xfrm>
            <a:off x="4796501" y="3080041"/>
            <a:ext cx="2767271" cy="2491031"/>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3872E4EB-C989-58BD-CDA7-FBCF40926445}"/>
              </a:ext>
            </a:extLst>
          </p:cNvPr>
          <p:cNvPicPr>
            <a:picLocks noChangeAspect="1"/>
          </p:cNvPicPr>
          <p:nvPr/>
        </p:nvPicPr>
        <p:blipFill>
          <a:blip r:embed="rId3"/>
          <a:stretch>
            <a:fillRect/>
          </a:stretch>
        </p:blipFill>
        <p:spPr>
          <a:xfrm>
            <a:off x="740418" y="4532197"/>
            <a:ext cx="870770" cy="304769"/>
          </a:xfrm>
          <a:prstGeom prst="rect">
            <a:avLst/>
          </a:prstGeom>
        </p:spPr>
      </p:pic>
      <p:sp>
        <p:nvSpPr>
          <p:cNvPr id="3" name="Rectangle 2">
            <a:extLst>
              <a:ext uri="{FF2B5EF4-FFF2-40B4-BE49-F238E27FC236}">
                <a16:creationId xmlns:a16="http://schemas.microsoft.com/office/drawing/2014/main" id="{1C79E33D-A0C7-272F-B30F-76099D7CB9F1}"/>
              </a:ext>
            </a:extLst>
          </p:cNvPr>
          <p:cNvSpPr/>
          <p:nvPr/>
        </p:nvSpPr>
        <p:spPr>
          <a:xfrm>
            <a:off x="750942" y="3266399"/>
            <a:ext cx="4045559" cy="120927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pic>
        <p:nvPicPr>
          <p:cNvPr id="4" name="Picture 3" descr="A picture containing food, drawing&#10;&#10;Description automatically generated">
            <a:extLst>
              <a:ext uri="{FF2B5EF4-FFF2-40B4-BE49-F238E27FC236}">
                <a16:creationId xmlns:a16="http://schemas.microsoft.com/office/drawing/2014/main" id="{1C3B4F29-7368-DB99-7F80-D0A5663D7A10}"/>
              </a:ext>
            </a:extLst>
          </p:cNvPr>
          <p:cNvPicPr>
            <a:picLocks noChangeAspect="1"/>
          </p:cNvPicPr>
          <p:nvPr/>
        </p:nvPicPr>
        <p:blipFill>
          <a:blip r:embed="rId2"/>
          <a:stretch>
            <a:fillRect/>
          </a:stretch>
        </p:blipFill>
        <p:spPr>
          <a:xfrm>
            <a:off x="4796501" y="3080041"/>
            <a:ext cx="2767271" cy="2491031"/>
          </a:xfrm>
          <a:prstGeom prst="rect">
            <a:avLst/>
          </a:prstGeom>
        </p:spPr>
      </p:pic>
      <p:pic>
        <p:nvPicPr>
          <p:cNvPr id="7" name="Picture 6" descr="A picture containing text, clipart&#10;&#10;Description automatically generated">
            <a:extLst>
              <a:ext uri="{FF2B5EF4-FFF2-40B4-BE49-F238E27FC236}">
                <a16:creationId xmlns:a16="http://schemas.microsoft.com/office/drawing/2014/main" id="{E4B6AF67-A47A-650D-DAA3-C37B3DEE4961}"/>
              </a:ext>
            </a:extLst>
          </p:cNvPr>
          <p:cNvPicPr>
            <a:picLocks noChangeAspect="1"/>
          </p:cNvPicPr>
          <p:nvPr/>
        </p:nvPicPr>
        <p:blipFill>
          <a:blip r:embed="rId3"/>
          <a:stretch>
            <a:fillRect/>
          </a:stretch>
        </p:blipFill>
        <p:spPr>
          <a:xfrm>
            <a:off x="740418" y="4532197"/>
            <a:ext cx="870770" cy="304769"/>
          </a:xfrm>
          <a:prstGeom prst="rect">
            <a:avLst/>
          </a:prstGeom>
        </p:spPr>
      </p:pic>
      <p:sp>
        <p:nvSpPr>
          <p:cNvPr id="8" name="TextBox 7">
            <a:extLst>
              <a:ext uri="{FF2B5EF4-FFF2-40B4-BE49-F238E27FC236}">
                <a16:creationId xmlns:a16="http://schemas.microsoft.com/office/drawing/2014/main" id="{2FC0C6D1-2BC7-35E2-CAF9-A5670A042FF3}"/>
              </a:ext>
            </a:extLst>
          </p:cNvPr>
          <p:cNvSpPr txBox="1"/>
          <p:nvPr/>
        </p:nvSpPr>
        <p:spPr>
          <a:xfrm>
            <a:off x="670095" y="568489"/>
            <a:ext cx="6030852" cy="4124085"/>
          </a:xfrm>
          <a:prstGeom prst="rect">
            <a:avLst/>
          </a:prstGeom>
          <a:noFill/>
        </p:spPr>
        <p:txBody>
          <a:bodyPr wrap="square" lIns="251999" tIns="151200" rIns="72000" bIns="46800" rtlCol="0">
            <a:spAutoFit/>
          </a:bodyPr>
          <a:lstStyle/>
          <a:p>
            <a:pPr>
              <a:lnSpc>
                <a:spcPts val="10200"/>
              </a:lnSpc>
            </a:pPr>
            <a:r>
              <a:rPr lang="en-NL" sz="9600" dirty="0">
                <a:solidFill>
                  <a:schemeClr val="bg1"/>
                </a:solidFill>
                <a:latin typeface="American Captain" pitchFamily="2" charset="77"/>
              </a:rPr>
              <a:t>Change </a:t>
            </a:r>
          </a:p>
          <a:p>
            <a:pPr>
              <a:lnSpc>
                <a:spcPts val="10200"/>
              </a:lnSpc>
            </a:pPr>
            <a:r>
              <a:rPr lang="en-NL" sz="9600" dirty="0">
                <a:solidFill>
                  <a:schemeClr val="bg1"/>
                </a:solidFill>
                <a:latin typeface="American Captain" pitchFamily="2" charset="77"/>
              </a:rPr>
              <a:t>Title in Template</a:t>
            </a:r>
          </a:p>
        </p:txBody>
      </p:sp>
    </p:spTree>
    <p:extLst>
      <p:ext uri="{BB962C8B-B14F-4D97-AF65-F5344CB8AC3E}">
        <p14:creationId xmlns:p14="http://schemas.microsoft.com/office/powerpoint/2010/main" val="39459959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ordered Logo Small Name Gam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E677D8-A214-D58C-A664-540353E57612}"/>
              </a:ext>
            </a:extLst>
          </p:cNvPr>
          <p:cNvSpPr>
            <a:spLocks noGrp="1"/>
          </p:cNvSpPr>
          <p:nvPr>
            <p:ph type="ftr" sz="quarter" idx="11"/>
          </p:nvPr>
        </p:nvSpPr>
        <p:spPr/>
        <p:txBody>
          <a:bodyPr/>
          <a:lstStyle/>
          <a:p>
            <a:r>
              <a:rPr lang="en-GB" dirty="0"/>
              <a:t>V 1.0</a:t>
            </a:r>
            <a:endParaRPr lang="en-NL" dirty="0"/>
          </a:p>
        </p:txBody>
      </p:sp>
      <p:pic>
        <p:nvPicPr>
          <p:cNvPr id="14" name="Google Shape;115;p4">
            <a:extLst>
              <a:ext uri="{FF2B5EF4-FFF2-40B4-BE49-F238E27FC236}">
                <a16:creationId xmlns:a16="http://schemas.microsoft.com/office/drawing/2014/main" id="{A7A5395E-D195-B6D6-190D-B276B381D422}"/>
              </a:ext>
            </a:extLst>
          </p:cNvPr>
          <p:cNvPicPr preferRelativeResize="0"/>
          <p:nvPr/>
        </p:nvPicPr>
        <p:blipFill rotWithShape="1">
          <a:blip r:embed="rId2">
            <a:alphaModFix/>
          </a:blip>
          <a:srcRect/>
          <a:stretch/>
        </p:blipFill>
        <p:spPr>
          <a:xfrm>
            <a:off x="2423125" y="1822203"/>
            <a:ext cx="2925373" cy="1899142"/>
          </a:xfrm>
          <a:prstGeom prst="rect">
            <a:avLst/>
          </a:prstGeom>
          <a:noFill/>
          <a:ln>
            <a:noFill/>
          </a:ln>
        </p:spPr>
      </p:pic>
      <p:sp>
        <p:nvSpPr>
          <p:cNvPr id="5" name="TextBox 6">
            <a:extLst>
              <a:ext uri="{FF2B5EF4-FFF2-40B4-BE49-F238E27FC236}">
                <a16:creationId xmlns:a16="http://schemas.microsoft.com/office/drawing/2014/main" id="{D1FC2A46-EF4E-091F-1C07-157CCAD0D6E2}"/>
              </a:ext>
            </a:extLst>
          </p:cNvPr>
          <p:cNvSpPr txBox="1"/>
          <p:nvPr/>
        </p:nvSpPr>
        <p:spPr>
          <a:xfrm>
            <a:off x="1549595" y="4425262"/>
            <a:ext cx="4690661" cy="523220"/>
          </a:xfrm>
          <a:prstGeom prst="rect">
            <a:avLst/>
          </a:prstGeom>
          <a:noFill/>
        </p:spPr>
        <p:txBody>
          <a:bodyPr wrap="square" rtlCol="0">
            <a:spAutoFit/>
          </a:bodyPr>
          <a:lstStyle/>
          <a:p>
            <a:pPr algn="ctr"/>
            <a:r>
              <a:rPr lang="en-GB" sz="2800" dirty="0">
                <a:solidFill>
                  <a:sysClr val="windowText" lastClr="000000"/>
                </a:solidFill>
                <a:latin typeface="American Captain" pitchFamily="2" charset="77"/>
              </a:rPr>
              <a:t>Management in scrum</a:t>
            </a:r>
            <a:endParaRPr lang="en-NL" sz="2800" dirty="0">
              <a:solidFill>
                <a:sysClr val="windowText" lastClr="000000"/>
              </a:solidFill>
              <a:latin typeface="American Captain" pitchFamily="2" charset="77"/>
            </a:endParaRPr>
          </a:p>
        </p:txBody>
      </p:sp>
      <p:pic>
        <p:nvPicPr>
          <p:cNvPr id="2" name="Google Shape;115;p4">
            <a:extLst>
              <a:ext uri="{FF2B5EF4-FFF2-40B4-BE49-F238E27FC236}">
                <a16:creationId xmlns:a16="http://schemas.microsoft.com/office/drawing/2014/main" id="{239E3D9A-45E8-8847-2DC2-305195314080}"/>
              </a:ext>
            </a:extLst>
          </p:cNvPr>
          <p:cNvPicPr preferRelativeResize="0"/>
          <p:nvPr/>
        </p:nvPicPr>
        <p:blipFill rotWithShape="1">
          <a:blip r:embed="rId2">
            <a:alphaModFix/>
          </a:blip>
          <a:srcRect/>
          <a:stretch/>
        </p:blipFill>
        <p:spPr>
          <a:xfrm>
            <a:off x="2423125" y="1822203"/>
            <a:ext cx="2925373" cy="1899142"/>
          </a:xfrm>
          <a:prstGeom prst="rect">
            <a:avLst/>
          </a:prstGeom>
          <a:noFill/>
          <a:ln>
            <a:noFill/>
          </a:ln>
        </p:spPr>
      </p:pic>
    </p:spTree>
    <p:extLst>
      <p:ext uri="{BB962C8B-B14F-4D97-AF65-F5344CB8AC3E}">
        <p14:creationId xmlns:p14="http://schemas.microsoft.com/office/powerpoint/2010/main" val="1468490654"/>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guide id="3" orient="horz" pos="3039">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Bordered Logo Small Name Gam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E677D8-A214-D58C-A664-540353E57612}"/>
              </a:ext>
            </a:extLst>
          </p:cNvPr>
          <p:cNvSpPr>
            <a:spLocks noGrp="1"/>
          </p:cNvSpPr>
          <p:nvPr>
            <p:ph type="ftr" sz="quarter" idx="11"/>
          </p:nvPr>
        </p:nvSpPr>
        <p:spPr/>
        <p:txBody>
          <a:bodyPr/>
          <a:lstStyle/>
          <a:p>
            <a:r>
              <a:rPr lang="en-GB"/>
              <a:t>V 1.0</a:t>
            </a:r>
            <a:endParaRPr lang="en-NL"/>
          </a:p>
        </p:txBody>
      </p:sp>
      <p:pic>
        <p:nvPicPr>
          <p:cNvPr id="14" name="Google Shape;115;p4">
            <a:extLst>
              <a:ext uri="{FF2B5EF4-FFF2-40B4-BE49-F238E27FC236}">
                <a16:creationId xmlns:a16="http://schemas.microsoft.com/office/drawing/2014/main" id="{A7A5395E-D195-B6D6-190D-B276B381D422}"/>
              </a:ext>
            </a:extLst>
          </p:cNvPr>
          <p:cNvPicPr preferRelativeResize="0"/>
          <p:nvPr/>
        </p:nvPicPr>
        <p:blipFill rotWithShape="1">
          <a:blip r:embed="rId3">
            <a:alphaModFix/>
          </a:blip>
          <a:srcRect/>
          <a:stretch/>
        </p:blipFill>
        <p:spPr>
          <a:xfrm>
            <a:off x="2423125" y="1822203"/>
            <a:ext cx="2925373" cy="1899142"/>
          </a:xfrm>
          <a:prstGeom prst="rect">
            <a:avLst/>
          </a:prstGeom>
          <a:noFill/>
          <a:ln>
            <a:noFill/>
          </a:ln>
        </p:spPr>
      </p:pic>
      <p:sp>
        <p:nvSpPr>
          <p:cNvPr id="5" name="TextBox 6">
            <a:extLst>
              <a:ext uri="{FF2B5EF4-FFF2-40B4-BE49-F238E27FC236}">
                <a16:creationId xmlns:a16="http://schemas.microsoft.com/office/drawing/2014/main" id="{D1FC2A46-EF4E-091F-1C07-157CCAD0D6E2}"/>
              </a:ext>
            </a:extLst>
          </p:cNvPr>
          <p:cNvSpPr txBox="1"/>
          <p:nvPr/>
        </p:nvSpPr>
        <p:spPr>
          <a:xfrm>
            <a:off x="1549595" y="4425262"/>
            <a:ext cx="4690661" cy="523220"/>
          </a:xfrm>
          <a:prstGeom prst="rect">
            <a:avLst/>
          </a:prstGeom>
          <a:noFill/>
        </p:spPr>
        <p:txBody>
          <a:bodyPr wrap="square" rtlCol="0">
            <a:spAutoFit/>
          </a:bodyPr>
          <a:lstStyle/>
          <a:p>
            <a:pPr algn="ctr"/>
            <a:r>
              <a:rPr lang="en-GB" sz="2800" dirty="0">
                <a:solidFill>
                  <a:sysClr val="windowText" lastClr="000000"/>
                </a:solidFill>
                <a:latin typeface="American Captain" pitchFamily="2" charset="77"/>
              </a:rPr>
              <a:t>Name Game (replace in template)</a:t>
            </a:r>
            <a:endParaRPr lang="en-NL" sz="2800" dirty="0">
              <a:solidFill>
                <a:sysClr val="windowText" lastClr="000000"/>
              </a:solidFill>
              <a:latin typeface="American Captain" pitchFamily="2" charset="77"/>
            </a:endParaRPr>
          </a:p>
        </p:txBody>
      </p:sp>
      <p:pic>
        <p:nvPicPr>
          <p:cNvPr id="2" name="Google Shape;115;p4">
            <a:extLst>
              <a:ext uri="{FF2B5EF4-FFF2-40B4-BE49-F238E27FC236}">
                <a16:creationId xmlns:a16="http://schemas.microsoft.com/office/drawing/2014/main" id="{50FF8BCA-60FD-AF93-2C87-968B86AD0A7D}"/>
              </a:ext>
            </a:extLst>
          </p:cNvPr>
          <p:cNvPicPr preferRelativeResize="0"/>
          <p:nvPr/>
        </p:nvPicPr>
        <p:blipFill rotWithShape="1">
          <a:blip r:embed="rId3">
            <a:alphaModFix/>
          </a:blip>
          <a:srcRect/>
          <a:stretch/>
        </p:blipFill>
        <p:spPr>
          <a:xfrm>
            <a:off x="2423125" y="1822203"/>
            <a:ext cx="2925373" cy="1899142"/>
          </a:xfrm>
          <a:prstGeom prst="rect">
            <a:avLst/>
          </a:prstGeom>
          <a:noFill/>
          <a:ln>
            <a:noFill/>
          </a:ln>
        </p:spPr>
      </p:pic>
    </p:spTree>
    <p:extLst>
      <p:ext uri="{BB962C8B-B14F-4D97-AF65-F5344CB8AC3E}">
        <p14:creationId xmlns:p14="http://schemas.microsoft.com/office/powerpoint/2010/main" val="2154764163"/>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guide id="3" orient="horz" pos="3039">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2_Bordered Logo Small Name Gam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E677D8-A214-D58C-A664-540353E57612}"/>
              </a:ext>
            </a:extLst>
          </p:cNvPr>
          <p:cNvSpPr>
            <a:spLocks noGrp="1"/>
          </p:cNvSpPr>
          <p:nvPr>
            <p:ph type="ftr" sz="quarter" idx="11"/>
          </p:nvPr>
        </p:nvSpPr>
        <p:spPr/>
        <p:txBody>
          <a:bodyPr/>
          <a:lstStyle/>
          <a:p>
            <a:r>
              <a:rPr lang="en-GB"/>
              <a:t>V 1.0</a:t>
            </a:r>
            <a:endParaRPr lang="en-NL"/>
          </a:p>
        </p:txBody>
      </p:sp>
      <p:pic>
        <p:nvPicPr>
          <p:cNvPr id="14" name="Google Shape;115;p4">
            <a:extLst>
              <a:ext uri="{FF2B5EF4-FFF2-40B4-BE49-F238E27FC236}">
                <a16:creationId xmlns:a16="http://schemas.microsoft.com/office/drawing/2014/main" id="{A7A5395E-D195-B6D6-190D-B276B381D422}"/>
              </a:ext>
            </a:extLst>
          </p:cNvPr>
          <p:cNvPicPr preferRelativeResize="0"/>
          <p:nvPr/>
        </p:nvPicPr>
        <p:blipFill rotWithShape="1">
          <a:blip r:embed="rId3">
            <a:alphaModFix/>
          </a:blip>
          <a:srcRect/>
          <a:stretch/>
        </p:blipFill>
        <p:spPr>
          <a:xfrm>
            <a:off x="2423125" y="1822203"/>
            <a:ext cx="2925373" cy="1899142"/>
          </a:xfrm>
          <a:prstGeom prst="rect">
            <a:avLst/>
          </a:prstGeom>
          <a:noFill/>
          <a:ln>
            <a:noFill/>
          </a:ln>
        </p:spPr>
      </p:pic>
      <p:sp>
        <p:nvSpPr>
          <p:cNvPr id="5" name="TextBox 6">
            <a:extLst>
              <a:ext uri="{FF2B5EF4-FFF2-40B4-BE49-F238E27FC236}">
                <a16:creationId xmlns:a16="http://schemas.microsoft.com/office/drawing/2014/main" id="{D1FC2A46-EF4E-091F-1C07-157CCAD0D6E2}"/>
              </a:ext>
            </a:extLst>
          </p:cNvPr>
          <p:cNvSpPr txBox="1"/>
          <p:nvPr/>
        </p:nvSpPr>
        <p:spPr>
          <a:xfrm>
            <a:off x="1549595" y="4425262"/>
            <a:ext cx="4690661" cy="523220"/>
          </a:xfrm>
          <a:prstGeom prst="rect">
            <a:avLst/>
          </a:prstGeom>
          <a:noFill/>
        </p:spPr>
        <p:txBody>
          <a:bodyPr wrap="square" rtlCol="0">
            <a:spAutoFit/>
          </a:bodyPr>
          <a:lstStyle/>
          <a:p>
            <a:pPr algn="ctr"/>
            <a:r>
              <a:rPr lang="en-GB" sz="2800" dirty="0">
                <a:solidFill>
                  <a:sysClr val="windowText" lastClr="000000"/>
                </a:solidFill>
                <a:latin typeface="American Captain" pitchFamily="2" charset="77"/>
              </a:rPr>
              <a:t>Name Game (replace in template)</a:t>
            </a:r>
            <a:endParaRPr lang="en-NL" sz="2800" dirty="0">
              <a:solidFill>
                <a:sysClr val="windowText" lastClr="000000"/>
              </a:solidFill>
              <a:latin typeface="American Captain" pitchFamily="2" charset="77"/>
            </a:endParaRPr>
          </a:p>
        </p:txBody>
      </p:sp>
      <p:pic>
        <p:nvPicPr>
          <p:cNvPr id="2" name="Google Shape;115;p4">
            <a:extLst>
              <a:ext uri="{FF2B5EF4-FFF2-40B4-BE49-F238E27FC236}">
                <a16:creationId xmlns:a16="http://schemas.microsoft.com/office/drawing/2014/main" id="{15C4E10E-277D-8991-1A93-4CAB8FF23EB2}"/>
              </a:ext>
            </a:extLst>
          </p:cNvPr>
          <p:cNvPicPr preferRelativeResize="0"/>
          <p:nvPr/>
        </p:nvPicPr>
        <p:blipFill rotWithShape="1">
          <a:blip r:embed="rId3">
            <a:alphaModFix/>
          </a:blip>
          <a:srcRect/>
          <a:stretch/>
        </p:blipFill>
        <p:spPr>
          <a:xfrm>
            <a:off x="2423125" y="1822203"/>
            <a:ext cx="2925373" cy="1899142"/>
          </a:xfrm>
          <a:prstGeom prst="rect">
            <a:avLst/>
          </a:prstGeom>
          <a:noFill/>
          <a:ln>
            <a:noFill/>
          </a:ln>
        </p:spPr>
      </p:pic>
    </p:spTree>
    <p:extLst>
      <p:ext uri="{BB962C8B-B14F-4D97-AF65-F5344CB8AC3E}">
        <p14:creationId xmlns:p14="http://schemas.microsoft.com/office/powerpoint/2010/main" val="3260564137"/>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guide id="3" orient="horz" pos="3039">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ordered Title Car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3B9313AD-B5AF-1E1A-ED67-CBB5E3558278}"/>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spTree>
    <p:extLst>
      <p:ext uri="{BB962C8B-B14F-4D97-AF65-F5344CB8AC3E}">
        <p14:creationId xmlns:p14="http://schemas.microsoft.com/office/powerpoint/2010/main" val="102739803"/>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ordered Title Card w/ additional text">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3B9313AD-B5AF-1E1A-ED67-CBB5E3558278}"/>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sp>
        <p:nvSpPr>
          <p:cNvPr id="4" name="Text Placeholder 3">
            <a:extLst>
              <a:ext uri="{FF2B5EF4-FFF2-40B4-BE49-F238E27FC236}">
                <a16:creationId xmlns:a16="http://schemas.microsoft.com/office/drawing/2014/main" id="{CD0114CE-D1DD-3DC8-82DA-595F80D07700}"/>
              </a:ext>
            </a:extLst>
          </p:cNvPr>
          <p:cNvSpPr>
            <a:spLocks noGrp="1"/>
          </p:cNvSpPr>
          <p:nvPr>
            <p:ph type="body" sz="quarter" idx="14" hasCustomPrompt="1"/>
          </p:nvPr>
        </p:nvSpPr>
        <p:spPr>
          <a:xfrm>
            <a:off x="708491" y="4465637"/>
            <a:ext cx="6372880" cy="460375"/>
          </a:xfrm>
          <a:prstGeom prst="rect">
            <a:avLst/>
          </a:prstGeom>
        </p:spPr>
        <p:txBody>
          <a:bodyPr anchor="ctr"/>
          <a:lstStyle>
            <a:lvl1pPr marL="0" indent="0" algn="ctr">
              <a:buNone/>
              <a:defRPr sz="2000">
                <a:solidFill>
                  <a:schemeClr val="bg1">
                    <a:lumMod val="50000"/>
                  </a:schemeClr>
                </a:solidFill>
                <a:latin typeface="Ubuntu" panose="020B0504030602030204" pitchFamily="34" charset="0"/>
              </a:defRPr>
            </a:lvl1pPr>
          </a:lstStyle>
          <a:p>
            <a:pPr lvl="0"/>
            <a:r>
              <a:rPr lang="en-GB" dirty="0"/>
              <a:t>Additional</a:t>
            </a:r>
            <a:r>
              <a:rPr lang="en-NL" dirty="0"/>
              <a:t> text</a:t>
            </a:r>
          </a:p>
        </p:txBody>
      </p:sp>
    </p:spTree>
    <p:extLst>
      <p:ext uri="{BB962C8B-B14F-4D97-AF65-F5344CB8AC3E}">
        <p14:creationId xmlns:p14="http://schemas.microsoft.com/office/powerpoint/2010/main" val="839422176"/>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ordered Title Card Hexagons">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4DAB9CB-C335-F6FF-D609-D13D15F4E1B3}"/>
              </a:ext>
            </a:extLst>
          </p:cNvPr>
          <p:cNvGrpSpPr/>
          <p:nvPr/>
        </p:nvGrpSpPr>
        <p:grpSpPr>
          <a:xfrm>
            <a:off x="-264610" y="944802"/>
            <a:ext cx="552540" cy="3615523"/>
            <a:chOff x="-281544" y="944802"/>
            <a:chExt cx="552540" cy="3615523"/>
          </a:xfrm>
        </p:grpSpPr>
        <p:sp>
          <p:nvSpPr>
            <p:cNvPr id="7" name="Hexagon 6">
              <a:extLst>
                <a:ext uri="{FF2B5EF4-FFF2-40B4-BE49-F238E27FC236}">
                  <a16:creationId xmlns:a16="http://schemas.microsoft.com/office/drawing/2014/main" id="{4C0576DB-05B5-BFB6-BB4A-FFE34A66BAC9}"/>
                </a:ext>
              </a:extLst>
            </p:cNvPr>
            <p:cNvSpPr/>
            <p:nvPr/>
          </p:nvSpPr>
          <p:spPr>
            <a:xfrm>
              <a:off x="-270996" y="94480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8" name="Hexagon 7">
              <a:extLst>
                <a:ext uri="{FF2B5EF4-FFF2-40B4-BE49-F238E27FC236}">
                  <a16:creationId xmlns:a16="http://schemas.microsoft.com/office/drawing/2014/main" id="{F6EC4CBB-C3F4-3A0A-EF45-4E60ED3D31EB}"/>
                </a:ext>
              </a:extLst>
            </p:cNvPr>
            <p:cNvSpPr/>
            <p:nvPr/>
          </p:nvSpPr>
          <p:spPr>
            <a:xfrm>
              <a:off x="-275215" y="1474390"/>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9" name="Hexagon 8">
              <a:extLst>
                <a:ext uri="{FF2B5EF4-FFF2-40B4-BE49-F238E27FC236}">
                  <a16:creationId xmlns:a16="http://schemas.microsoft.com/office/drawing/2014/main" id="{390B3CFF-2FED-4682-E9D6-9755FC1E1C29}"/>
                </a:ext>
              </a:extLst>
            </p:cNvPr>
            <p:cNvSpPr/>
            <p:nvPr/>
          </p:nvSpPr>
          <p:spPr>
            <a:xfrm>
              <a:off x="-275215" y="2003978"/>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0" name="Hexagon 9">
              <a:extLst>
                <a:ext uri="{FF2B5EF4-FFF2-40B4-BE49-F238E27FC236}">
                  <a16:creationId xmlns:a16="http://schemas.microsoft.com/office/drawing/2014/main" id="{76413A21-D670-DCCC-C86B-07A3AE4E7BBC}"/>
                </a:ext>
              </a:extLst>
            </p:cNvPr>
            <p:cNvSpPr/>
            <p:nvPr/>
          </p:nvSpPr>
          <p:spPr>
            <a:xfrm>
              <a:off x="-279434" y="2533566"/>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1" name="Hexagon 10">
              <a:extLst>
                <a:ext uri="{FF2B5EF4-FFF2-40B4-BE49-F238E27FC236}">
                  <a16:creationId xmlns:a16="http://schemas.microsoft.com/office/drawing/2014/main" id="{BCE5F480-8D9A-D029-FF5A-77187140A097}"/>
                </a:ext>
              </a:extLst>
            </p:cNvPr>
            <p:cNvSpPr/>
            <p:nvPr/>
          </p:nvSpPr>
          <p:spPr>
            <a:xfrm>
              <a:off x="-277325" y="3065764"/>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2" name="Hexagon 11">
              <a:extLst>
                <a:ext uri="{FF2B5EF4-FFF2-40B4-BE49-F238E27FC236}">
                  <a16:creationId xmlns:a16="http://schemas.microsoft.com/office/drawing/2014/main" id="{53A9C4FB-D438-DE60-F1D2-87C7BD111B39}"/>
                </a:ext>
              </a:extLst>
            </p:cNvPr>
            <p:cNvSpPr/>
            <p:nvPr/>
          </p:nvSpPr>
          <p:spPr>
            <a:xfrm>
              <a:off x="-281544" y="359535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3" name="Hexagon 12">
              <a:extLst>
                <a:ext uri="{FF2B5EF4-FFF2-40B4-BE49-F238E27FC236}">
                  <a16:creationId xmlns:a16="http://schemas.microsoft.com/office/drawing/2014/main" id="{EF1F770B-65D0-8936-45CB-272FEE4FBC90}"/>
                </a:ext>
              </a:extLst>
            </p:cNvPr>
            <p:cNvSpPr/>
            <p:nvPr/>
          </p:nvSpPr>
          <p:spPr>
            <a:xfrm>
              <a:off x="-270996" y="4122329"/>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14" name="Group 13">
            <a:extLst>
              <a:ext uri="{FF2B5EF4-FFF2-40B4-BE49-F238E27FC236}">
                <a16:creationId xmlns:a16="http://schemas.microsoft.com/office/drawing/2014/main" id="{70CF543A-2279-3D76-D3D1-6A7E4F4B3B2F}"/>
              </a:ext>
            </a:extLst>
          </p:cNvPr>
          <p:cNvGrpSpPr/>
          <p:nvPr/>
        </p:nvGrpSpPr>
        <p:grpSpPr>
          <a:xfrm>
            <a:off x="7482371" y="944802"/>
            <a:ext cx="552540" cy="3615523"/>
            <a:chOff x="-281544" y="944802"/>
            <a:chExt cx="552540" cy="3615523"/>
          </a:xfrm>
        </p:grpSpPr>
        <p:sp>
          <p:nvSpPr>
            <p:cNvPr id="15" name="Hexagon 14">
              <a:extLst>
                <a:ext uri="{FF2B5EF4-FFF2-40B4-BE49-F238E27FC236}">
                  <a16:creationId xmlns:a16="http://schemas.microsoft.com/office/drawing/2014/main" id="{39793BBA-373D-8C73-2887-E5A5EDCB3715}"/>
                </a:ext>
              </a:extLst>
            </p:cNvPr>
            <p:cNvSpPr/>
            <p:nvPr/>
          </p:nvSpPr>
          <p:spPr>
            <a:xfrm>
              <a:off x="-270996" y="94480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6" name="Hexagon 15">
              <a:extLst>
                <a:ext uri="{FF2B5EF4-FFF2-40B4-BE49-F238E27FC236}">
                  <a16:creationId xmlns:a16="http://schemas.microsoft.com/office/drawing/2014/main" id="{1BA1B5F0-F965-3B54-A509-8BB090829398}"/>
                </a:ext>
              </a:extLst>
            </p:cNvPr>
            <p:cNvSpPr/>
            <p:nvPr/>
          </p:nvSpPr>
          <p:spPr>
            <a:xfrm>
              <a:off x="-275215" y="1474390"/>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7" name="Hexagon 16">
              <a:extLst>
                <a:ext uri="{FF2B5EF4-FFF2-40B4-BE49-F238E27FC236}">
                  <a16:creationId xmlns:a16="http://schemas.microsoft.com/office/drawing/2014/main" id="{B380CBA4-E779-4021-62FB-7AC776432C5E}"/>
                </a:ext>
              </a:extLst>
            </p:cNvPr>
            <p:cNvSpPr/>
            <p:nvPr/>
          </p:nvSpPr>
          <p:spPr>
            <a:xfrm>
              <a:off x="-275215" y="2003978"/>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8" name="Hexagon 17">
              <a:extLst>
                <a:ext uri="{FF2B5EF4-FFF2-40B4-BE49-F238E27FC236}">
                  <a16:creationId xmlns:a16="http://schemas.microsoft.com/office/drawing/2014/main" id="{D2097CE4-B77D-35EE-27FE-974165E78CEC}"/>
                </a:ext>
              </a:extLst>
            </p:cNvPr>
            <p:cNvSpPr/>
            <p:nvPr/>
          </p:nvSpPr>
          <p:spPr>
            <a:xfrm>
              <a:off x="-279434" y="2533566"/>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9" name="Hexagon 18">
              <a:extLst>
                <a:ext uri="{FF2B5EF4-FFF2-40B4-BE49-F238E27FC236}">
                  <a16:creationId xmlns:a16="http://schemas.microsoft.com/office/drawing/2014/main" id="{189F7FD7-93B0-8BC3-7D15-6A4189B86D7D}"/>
                </a:ext>
              </a:extLst>
            </p:cNvPr>
            <p:cNvSpPr/>
            <p:nvPr/>
          </p:nvSpPr>
          <p:spPr>
            <a:xfrm>
              <a:off x="-277325" y="3065764"/>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0" name="Hexagon 19">
              <a:extLst>
                <a:ext uri="{FF2B5EF4-FFF2-40B4-BE49-F238E27FC236}">
                  <a16:creationId xmlns:a16="http://schemas.microsoft.com/office/drawing/2014/main" id="{4D65D9F9-5F35-FEBC-6432-56B6965556C6}"/>
                </a:ext>
              </a:extLst>
            </p:cNvPr>
            <p:cNvSpPr/>
            <p:nvPr/>
          </p:nvSpPr>
          <p:spPr>
            <a:xfrm>
              <a:off x="-281544" y="359535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1" name="Hexagon 20">
              <a:extLst>
                <a:ext uri="{FF2B5EF4-FFF2-40B4-BE49-F238E27FC236}">
                  <a16:creationId xmlns:a16="http://schemas.microsoft.com/office/drawing/2014/main" id="{7AB22D5E-EB38-01E6-3B7C-7C4B0531330B}"/>
                </a:ext>
              </a:extLst>
            </p:cNvPr>
            <p:cNvSpPr/>
            <p:nvPr/>
          </p:nvSpPr>
          <p:spPr>
            <a:xfrm>
              <a:off x="-270996" y="4122329"/>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
        <p:nvSpPr>
          <p:cNvPr id="23" name="Text Placeholder 22">
            <a:extLst>
              <a:ext uri="{FF2B5EF4-FFF2-40B4-BE49-F238E27FC236}">
                <a16:creationId xmlns:a16="http://schemas.microsoft.com/office/drawing/2014/main" id="{3B9313AD-B5AF-1E1A-ED67-CBB5E3558278}"/>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grpSp>
        <p:nvGrpSpPr>
          <p:cNvPr id="2" name="Group 1">
            <a:extLst>
              <a:ext uri="{FF2B5EF4-FFF2-40B4-BE49-F238E27FC236}">
                <a16:creationId xmlns:a16="http://schemas.microsoft.com/office/drawing/2014/main" id="{BCCB83F0-E28E-83A9-C57F-FBF5E862F000}"/>
              </a:ext>
            </a:extLst>
          </p:cNvPr>
          <p:cNvGrpSpPr/>
          <p:nvPr/>
        </p:nvGrpSpPr>
        <p:grpSpPr>
          <a:xfrm>
            <a:off x="-264610" y="944802"/>
            <a:ext cx="552540" cy="3615523"/>
            <a:chOff x="-281544" y="944802"/>
            <a:chExt cx="552540" cy="3615523"/>
          </a:xfrm>
        </p:grpSpPr>
        <p:sp>
          <p:nvSpPr>
            <p:cNvPr id="3" name="Hexagon 2">
              <a:extLst>
                <a:ext uri="{FF2B5EF4-FFF2-40B4-BE49-F238E27FC236}">
                  <a16:creationId xmlns:a16="http://schemas.microsoft.com/office/drawing/2014/main" id="{FE18D4E3-AABE-7448-3884-59B26DCB7BE1}"/>
                </a:ext>
              </a:extLst>
            </p:cNvPr>
            <p:cNvSpPr/>
            <p:nvPr/>
          </p:nvSpPr>
          <p:spPr>
            <a:xfrm>
              <a:off x="-270996" y="94480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4" name="Hexagon 3">
              <a:extLst>
                <a:ext uri="{FF2B5EF4-FFF2-40B4-BE49-F238E27FC236}">
                  <a16:creationId xmlns:a16="http://schemas.microsoft.com/office/drawing/2014/main" id="{5EB4A121-CEEA-CE3F-A330-D21776665921}"/>
                </a:ext>
              </a:extLst>
            </p:cNvPr>
            <p:cNvSpPr/>
            <p:nvPr/>
          </p:nvSpPr>
          <p:spPr>
            <a:xfrm>
              <a:off x="-275215" y="1474390"/>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5" name="Hexagon 4">
              <a:extLst>
                <a:ext uri="{FF2B5EF4-FFF2-40B4-BE49-F238E27FC236}">
                  <a16:creationId xmlns:a16="http://schemas.microsoft.com/office/drawing/2014/main" id="{1102BEAE-4DE6-D118-382C-2489C1AD1C68}"/>
                </a:ext>
              </a:extLst>
            </p:cNvPr>
            <p:cNvSpPr/>
            <p:nvPr/>
          </p:nvSpPr>
          <p:spPr>
            <a:xfrm>
              <a:off x="-275215" y="2003978"/>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2" name="Hexagon 21">
              <a:extLst>
                <a:ext uri="{FF2B5EF4-FFF2-40B4-BE49-F238E27FC236}">
                  <a16:creationId xmlns:a16="http://schemas.microsoft.com/office/drawing/2014/main" id="{E26E46D9-C534-F688-2C9D-4E2E3A959A3A}"/>
                </a:ext>
              </a:extLst>
            </p:cNvPr>
            <p:cNvSpPr/>
            <p:nvPr/>
          </p:nvSpPr>
          <p:spPr>
            <a:xfrm>
              <a:off x="-279434" y="2533566"/>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4" name="Hexagon 23">
              <a:extLst>
                <a:ext uri="{FF2B5EF4-FFF2-40B4-BE49-F238E27FC236}">
                  <a16:creationId xmlns:a16="http://schemas.microsoft.com/office/drawing/2014/main" id="{B7A736CF-E873-8180-F0A9-593C539932A6}"/>
                </a:ext>
              </a:extLst>
            </p:cNvPr>
            <p:cNvSpPr/>
            <p:nvPr/>
          </p:nvSpPr>
          <p:spPr>
            <a:xfrm>
              <a:off x="-277325" y="3065764"/>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5" name="Hexagon 24">
              <a:extLst>
                <a:ext uri="{FF2B5EF4-FFF2-40B4-BE49-F238E27FC236}">
                  <a16:creationId xmlns:a16="http://schemas.microsoft.com/office/drawing/2014/main" id="{9F88A136-565B-718D-CEB3-22B0051DE198}"/>
                </a:ext>
              </a:extLst>
            </p:cNvPr>
            <p:cNvSpPr/>
            <p:nvPr/>
          </p:nvSpPr>
          <p:spPr>
            <a:xfrm>
              <a:off x="-281544" y="359535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6" name="Hexagon 25">
              <a:extLst>
                <a:ext uri="{FF2B5EF4-FFF2-40B4-BE49-F238E27FC236}">
                  <a16:creationId xmlns:a16="http://schemas.microsoft.com/office/drawing/2014/main" id="{A308E228-E1F0-0677-704C-49931E1ED9D3}"/>
                </a:ext>
              </a:extLst>
            </p:cNvPr>
            <p:cNvSpPr/>
            <p:nvPr/>
          </p:nvSpPr>
          <p:spPr>
            <a:xfrm>
              <a:off x="-270996" y="4122329"/>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27" name="Group 26">
            <a:extLst>
              <a:ext uri="{FF2B5EF4-FFF2-40B4-BE49-F238E27FC236}">
                <a16:creationId xmlns:a16="http://schemas.microsoft.com/office/drawing/2014/main" id="{BD6845A0-F46C-5820-68A1-229D9C772673}"/>
              </a:ext>
            </a:extLst>
          </p:cNvPr>
          <p:cNvGrpSpPr/>
          <p:nvPr/>
        </p:nvGrpSpPr>
        <p:grpSpPr>
          <a:xfrm>
            <a:off x="7482371" y="944802"/>
            <a:ext cx="552540" cy="3615523"/>
            <a:chOff x="-281544" y="944802"/>
            <a:chExt cx="552540" cy="3615523"/>
          </a:xfrm>
        </p:grpSpPr>
        <p:sp>
          <p:nvSpPr>
            <p:cNvPr id="28" name="Hexagon 27">
              <a:extLst>
                <a:ext uri="{FF2B5EF4-FFF2-40B4-BE49-F238E27FC236}">
                  <a16:creationId xmlns:a16="http://schemas.microsoft.com/office/drawing/2014/main" id="{3E2A97C1-651E-E4D9-1BEF-45800266431F}"/>
                </a:ext>
              </a:extLst>
            </p:cNvPr>
            <p:cNvSpPr/>
            <p:nvPr/>
          </p:nvSpPr>
          <p:spPr>
            <a:xfrm>
              <a:off x="-270996" y="94480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9" name="Hexagon 28">
              <a:extLst>
                <a:ext uri="{FF2B5EF4-FFF2-40B4-BE49-F238E27FC236}">
                  <a16:creationId xmlns:a16="http://schemas.microsoft.com/office/drawing/2014/main" id="{4F3B7CF5-3646-BC9E-2E65-E57E381997AA}"/>
                </a:ext>
              </a:extLst>
            </p:cNvPr>
            <p:cNvSpPr/>
            <p:nvPr/>
          </p:nvSpPr>
          <p:spPr>
            <a:xfrm>
              <a:off x="-275215" y="1474390"/>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0" name="Hexagon 29">
              <a:extLst>
                <a:ext uri="{FF2B5EF4-FFF2-40B4-BE49-F238E27FC236}">
                  <a16:creationId xmlns:a16="http://schemas.microsoft.com/office/drawing/2014/main" id="{3D33C432-AE5A-C825-AEB1-32D92CD2D006}"/>
                </a:ext>
              </a:extLst>
            </p:cNvPr>
            <p:cNvSpPr/>
            <p:nvPr/>
          </p:nvSpPr>
          <p:spPr>
            <a:xfrm>
              <a:off x="-275215" y="2003978"/>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1" name="Hexagon 30">
              <a:extLst>
                <a:ext uri="{FF2B5EF4-FFF2-40B4-BE49-F238E27FC236}">
                  <a16:creationId xmlns:a16="http://schemas.microsoft.com/office/drawing/2014/main" id="{9BEB6695-3ED5-422E-332C-BDAD81B4BB35}"/>
                </a:ext>
              </a:extLst>
            </p:cNvPr>
            <p:cNvSpPr/>
            <p:nvPr/>
          </p:nvSpPr>
          <p:spPr>
            <a:xfrm>
              <a:off x="-279434" y="2533566"/>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2" name="Hexagon 31">
              <a:extLst>
                <a:ext uri="{FF2B5EF4-FFF2-40B4-BE49-F238E27FC236}">
                  <a16:creationId xmlns:a16="http://schemas.microsoft.com/office/drawing/2014/main" id="{8344E131-20DB-8E3C-CFF9-70DA58818565}"/>
                </a:ext>
              </a:extLst>
            </p:cNvPr>
            <p:cNvSpPr/>
            <p:nvPr/>
          </p:nvSpPr>
          <p:spPr>
            <a:xfrm>
              <a:off x="-277325" y="3065764"/>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3" name="Hexagon 32">
              <a:extLst>
                <a:ext uri="{FF2B5EF4-FFF2-40B4-BE49-F238E27FC236}">
                  <a16:creationId xmlns:a16="http://schemas.microsoft.com/office/drawing/2014/main" id="{9D60D520-0F2B-647D-0E2A-4E9D0E1CC4BE}"/>
                </a:ext>
              </a:extLst>
            </p:cNvPr>
            <p:cNvSpPr/>
            <p:nvPr/>
          </p:nvSpPr>
          <p:spPr>
            <a:xfrm>
              <a:off x="-281544" y="3595352"/>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4" name="Hexagon 33">
              <a:extLst>
                <a:ext uri="{FF2B5EF4-FFF2-40B4-BE49-F238E27FC236}">
                  <a16:creationId xmlns:a16="http://schemas.microsoft.com/office/drawing/2014/main" id="{168F5750-F04B-C7F4-7847-5BD74B8FDD9A}"/>
                </a:ext>
              </a:extLst>
            </p:cNvPr>
            <p:cNvSpPr/>
            <p:nvPr/>
          </p:nvSpPr>
          <p:spPr>
            <a:xfrm>
              <a:off x="-270996" y="4122329"/>
              <a:ext cx="541992" cy="437996"/>
            </a:xfrm>
            <a:prstGeom prst="hexagon">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Tree>
    <p:extLst>
      <p:ext uri="{BB962C8B-B14F-4D97-AF65-F5344CB8AC3E}">
        <p14:creationId xmlns:p14="http://schemas.microsoft.com/office/powerpoint/2010/main" val="4212347772"/>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ordered Title Card Triangles">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280AEA9-8B66-CF57-B390-CF413A31CF61}"/>
              </a:ext>
            </a:extLst>
          </p:cNvPr>
          <p:cNvGrpSpPr/>
          <p:nvPr/>
        </p:nvGrpSpPr>
        <p:grpSpPr>
          <a:xfrm>
            <a:off x="-317826" y="912619"/>
            <a:ext cx="654574" cy="3707648"/>
            <a:chOff x="-334760" y="912619"/>
            <a:chExt cx="654574" cy="3707648"/>
          </a:xfrm>
        </p:grpSpPr>
        <p:sp>
          <p:nvSpPr>
            <p:cNvPr id="7" name="Triangle 6">
              <a:extLst>
                <a:ext uri="{FF2B5EF4-FFF2-40B4-BE49-F238E27FC236}">
                  <a16:creationId xmlns:a16="http://schemas.microsoft.com/office/drawing/2014/main" id="{37A4D2AB-6AC8-BC06-382F-02093F17C73A}"/>
                </a:ext>
              </a:extLst>
            </p:cNvPr>
            <p:cNvSpPr/>
            <p:nvPr/>
          </p:nvSpPr>
          <p:spPr>
            <a:xfrm>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8" name="Triangle 7">
              <a:extLst>
                <a:ext uri="{FF2B5EF4-FFF2-40B4-BE49-F238E27FC236}">
                  <a16:creationId xmlns:a16="http://schemas.microsoft.com/office/drawing/2014/main" id="{030F592F-7D08-82A6-716C-2BEF01178D3C}"/>
                </a:ext>
              </a:extLst>
            </p:cNvPr>
            <p:cNvSpPr/>
            <p:nvPr/>
          </p:nvSpPr>
          <p:spPr>
            <a:xfrm>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9" name="Triangle 8">
              <a:extLst>
                <a:ext uri="{FF2B5EF4-FFF2-40B4-BE49-F238E27FC236}">
                  <a16:creationId xmlns:a16="http://schemas.microsoft.com/office/drawing/2014/main" id="{0CFB8A63-ED4C-A017-D8CD-999A511E8FFF}"/>
                </a:ext>
              </a:extLst>
            </p:cNvPr>
            <p:cNvSpPr/>
            <p:nvPr/>
          </p:nvSpPr>
          <p:spPr>
            <a:xfrm>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0" name="Triangle 9">
              <a:extLst>
                <a:ext uri="{FF2B5EF4-FFF2-40B4-BE49-F238E27FC236}">
                  <a16:creationId xmlns:a16="http://schemas.microsoft.com/office/drawing/2014/main" id="{EB802079-4BD8-D26B-8759-6877A0E12959}"/>
                </a:ext>
              </a:extLst>
            </p:cNvPr>
            <p:cNvSpPr/>
            <p:nvPr/>
          </p:nvSpPr>
          <p:spPr>
            <a:xfrm>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1" name="Triangle 10">
              <a:extLst>
                <a:ext uri="{FF2B5EF4-FFF2-40B4-BE49-F238E27FC236}">
                  <a16:creationId xmlns:a16="http://schemas.microsoft.com/office/drawing/2014/main" id="{F9766614-A4B2-EFA5-D8E6-95E04A3E923B}"/>
                </a:ext>
              </a:extLst>
            </p:cNvPr>
            <p:cNvSpPr/>
            <p:nvPr/>
          </p:nvSpPr>
          <p:spPr>
            <a:xfrm>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2" name="Triangle 11">
              <a:extLst>
                <a:ext uri="{FF2B5EF4-FFF2-40B4-BE49-F238E27FC236}">
                  <a16:creationId xmlns:a16="http://schemas.microsoft.com/office/drawing/2014/main" id="{1E72B862-7548-0BBA-B653-D21BCE31130F}"/>
                </a:ext>
              </a:extLst>
            </p:cNvPr>
            <p:cNvSpPr/>
            <p:nvPr/>
          </p:nvSpPr>
          <p:spPr>
            <a:xfrm>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13" name="Group 12">
            <a:extLst>
              <a:ext uri="{FF2B5EF4-FFF2-40B4-BE49-F238E27FC236}">
                <a16:creationId xmlns:a16="http://schemas.microsoft.com/office/drawing/2014/main" id="{15F357B2-0B49-9F77-CF8E-0B655788AA56}"/>
              </a:ext>
            </a:extLst>
          </p:cNvPr>
          <p:cNvGrpSpPr/>
          <p:nvPr/>
        </p:nvGrpSpPr>
        <p:grpSpPr>
          <a:xfrm>
            <a:off x="7422887" y="917951"/>
            <a:ext cx="654574" cy="3707648"/>
            <a:chOff x="-334760" y="912619"/>
            <a:chExt cx="654574" cy="3707648"/>
          </a:xfrm>
        </p:grpSpPr>
        <p:sp>
          <p:nvSpPr>
            <p:cNvPr id="14" name="Triangle 13">
              <a:extLst>
                <a:ext uri="{FF2B5EF4-FFF2-40B4-BE49-F238E27FC236}">
                  <a16:creationId xmlns:a16="http://schemas.microsoft.com/office/drawing/2014/main" id="{A51CF8E3-E2E1-06B9-714F-D86D3C40C3C2}"/>
                </a:ext>
              </a:extLst>
            </p:cNvPr>
            <p:cNvSpPr/>
            <p:nvPr/>
          </p:nvSpPr>
          <p:spPr>
            <a:xfrm>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5" name="Triangle 14">
              <a:extLst>
                <a:ext uri="{FF2B5EF4-FFF2-40B4-BE49-F238E27FC236}">
                  <a16:creationId xmlns:a16="http://schemas.microsoft.com/office/drawing/2014/main" id="{4B56A093-271C-9224-34A5-901FA9B3BE86}"/>
                </a:ext>
              </a:extLst>
            </p:cNvPr>
            <p:cNvSpPr/>
            <p:nvPr/>
          </p:nvSpPr>
          <p:spPr>
            <a:xfrm>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6" name="Triangle 15">
              <a:extLst>
                <a:ext uri="{FF2B5EF4-FFF2-40B4-BE49-F238E27FC236}">
                  <a16:creationId xmlns:a16="http://schemas.microsoft.com/office/drawing/2014/main" id="{10A01C06-A038-9D08-56B7-2345DA627470}"/>
                </a:ext>
              </a:extLst>
            </p:cNvPr>
            <p:cNvSpPr/>
            <p:nvPr/>
          </p:nvSpPr>
          <p:spPr>
            <a:xfrm>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7" name="Triangle 16">
              <a:extLst>
                <a:ext uri="{FF2B5EF4-FFF2-40B4-BE49-F238E27FC236}">
                  <a16:creationId xmlns:a16="http://schemas.microsoft.com/office/drawing/2014/main" id="{2F3E4EEB-8D36-127C-CD91-530D7FDF276A}"/>
                </a:ext>
              </a:extLst>
            </p:cNvPr>
            <p:cNvSpPr/>
            <p:nvPr/>
          </p:nvSpPr>
          <p:spPr>
            <a:xfrm>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8" name="Triangle 17">
              <a:extLst>
                <a:ext uri="{FF2B5EF4-FFF2-40B4-BE49-F238E27FC236}">
                  <a16:creationId xmlns:a16="http://schemas.microsoft.com/office/drawing/2014/main" id="{9DF15F27-C65B-A5E4-6DA9-3C0E1E2D23D2}"/>
                </a:ext>
              </a:extLst>
            </p:cNvPr>
            <p:cNvSpPr/>
            <p:nvPr/>
          </p:nvSpPr>
          <p:spPr>
            <a:xfrm>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9" name="Triangle 18">
              <a:extLst>
                <a:ext uri="{FF2B5EF4-FFF2-40B4-BE49-F238E27FC236}">
                  <a16:creationId xmlns:a16="http://schemas.microsoft.com/office/drawing/2014/main" id="{67849DAD-B541-8290-39C2-4DD5C0AADDD3}"/>
                </a:ext>
              </a:extLst>
            </p:cNvPr>
            <p:cNvSpPr/>
            <p:nvPr/>
          </p:nvSpPr>
          <p:spPr>
            <a:xfrm>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
        <p:nvSpPr>
          <p:cNvPr id="20" name="Text Placeholder 22">
            <a:extLst>
              <a:ext uri="{FF2B5EF4-FFF2-40B4-BE49-F238E27FC236}">
                <a16:creationId xmlns:a16="http://schemas.microsoft.com/office/drawing/2014/main" id="{83ECE12B-2523-F80F-7A6F-6E7283FB23D9}"/>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grpSp>
        <p:nvGrpSpPr>
          <p:cNvPr id="2" name="Group 1">
            <a:extLst>
              <a:ext uri="{FF2B5EF4-FFF2-40B4-BE49-F238E27FC236}">
                <a16:creationId xmlns:a16="http://schemas.microsoft.com/office/drawing/2014/main" id="{BF45EFE6-6966-ABE2-8A02-DBAEA3F65E50}"/>
              </a:ext>
            </a:extLst>
          </p:cNvPr>
          <p:cNvGrpSpPr/>
          <p:nvPr/>
        </p:nvGrpSpPr>
        <p:grpSpPr>
          <a:xfrm>
            <a:off x="-317826" y="912619"/>
            <a:ext cx="654574" cy="3707648"/>
            <a:chOff x="-334760" y="912619"/>
            <a:chExt cx="654574" cy="3707648"/>
          </a:xfrm>
        </p:grpSpPr>
        <p:sp>
          <p:nvSpPr>
            <p:cNvPr id="3" name="Triangle 2">
              <a:extLst>
                <a:ext uri="{FF2B5EF4-FFF2-40B4-BE49-F238E27FC236}">
                  <a16:creationId xmlns:a16="http://schemas.microsoft.com/office/drawing/2014/main" id="{8B0E960E-AF2A-45E3-D9E3-9E1AAE1F87B4}"/>
                </a:ext>
              </a:extLst>
            </p:cNvPr>
            <p:cNvSpPr/>
            <p:nvPr/>
          </p:nvSpPr>
          <p:spPr>
            <a:xfrm>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4" name="Triangle 3">
              <a:extLst>
                <a:ext uri="{FF2B5EF4-FFF2-40B4-BE49-F238E27FC236}">
                  <a16:creationId xmlns:a16="http://schemas.microsoft.com/office/drawing/2014/main" id="{A88366DE-40ED-3549-EB3E-7B18FD4FA716}"/>
                </a:ext>
              </a:extLst>
            </p:cNvPr>
            <p:cNvSpPr/>
            <p:nvPr/>
          </p:nvSpPr>
          <p:spPr>
            <a:xfrm>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5" name="Triangle 4">
              <a:extLst>
                <a:ext uri="{FF2B5EF4-FFF2-40B4-BE49-F238E27FC236}">
                  <a16:creationId xmlns:a16="http://schemas.microsoft.com/office/drawing/2014/main" id="{6579CC43-766F-71F4-3ED8-7928C7856174}"/>
                </a:ext>
              </a:extLst>
            </p:cNvPr>
            <p:cNvSpPr/>
            <p:nvPr/>
          </p:nvSpPr>
          <p:spPr>
            <a:xfrm>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1" name="Triangle 20">
              <a:extLst>
                <a:ext uri="{FF2B5EF4-FFF2-40B4-BE49-F238E27FC236}">
                  <a16:creationId xmlns:a16="http://schemas.microsoft.com/office/drawing/2014/main" id="{571E2952-1A1A-381E-31A5-63775732C849}"/>
                </a:ext>
              </a:extLst>
            </p:cNvPr>
            <p:cNvSpPr/>
            <p:nvPr/>
          </p:nvSpPr>
          <p:spPr>
            <a:xfrm>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2" name="Triangle 21">
              <a:extLst>
                <a:ext uri="{FF2B5EF4-FFF2-40B4-BE49-F238E27FC236}">
                  <a16:creationId xmlns:a16="http://schemas.microsoft.com/office/drawing/2014/main" id="{84DA13D9-B125-081B-1798-76CD8186F3D4}"/>
                </a:ext>
              </a:extLst>
            </p:cNvPr>
            <p:cNvSpPr/>
            <p:nvPr/>
          </p:nvSpPr>
          <p:spPr>
            <a:xfrm>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3" name="Triangle 22">
              <a:extLst>
                <a:ext uri="{FF2B5EF4-FFF2-40B4-BE49-F238E27FC236}">
                  <a16:creationId xmlns:a16="http://schemas.microsoft.com/office/drawing/2014/main" id="{A3240F38-3146-A108-B852-A250D41E6644}"/>
                </a:ext>
              </a:extLst>
            </p:cNvPr>
            <p:cNvSpPr/>
            <p:nvPr/>
          </p:nvSpPr>
          <p:spPr>
            <a:xfrm>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24" name="Group 23">
            <a:extLst>
              <a:ext uri="{FF2B5EF4-FFF2-40B4-BE49-F238E27FC236}">
                <a16:creationId xmlns:a16="http://schemas.microsoft.com/office/drawing/2014/main" id="{29E27491-5001-F453-1CAD-7B2DD6B14F5F}"/>
              </a:ext>
            </a:extLst>
          </p:cNvPr>
          <p:cNvGrpSpPr/>
          <p:nvPr/>
        </p:nvGrpSpPr>
        <p:grpSpPr>
          <a:xfrm>
            <a:off x="7422887" y="917951"/>
            <a:ext cx="654574" cy="3707648"/>
            <a:chOff x="-334760" y="912619"/>
            <a:chExt cx="654574" cy="3707648"/>
          </a:xfrm>
        </p:grpSpPr>
        <p:sp>
          <p:nvSpPr>
            <p:cNvPr id="25" name="Triangle 24">
              <a:extLst>
                <a:ext uri="{FF2B5EF4-FFF2-40B4-BE49-F238E27FC236}">
                  <a16:creationId xmlns:a16="http://schemas.microsoft.com/office/drawing/2014/main" id="{B652699A-F3F3-018F-CB9E-F0DEA9FEF9A0}"/>
                </a:ext>
              </a:extLst>
            </p:cNvPr>
            <p:cNvSpPr/>
            <p:nvPr/>
          </p:nvSpPr>
          <p:spPr>
            <a:xfrm>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6" name="Triangle 25">
              <a:extLst>
                <a:ext uri="{FF2B5EF4-FFF2-40B4-BE49-F238E27FC236}">
                  <a16:creationId xmlns:a16="http://schemas.microsoft.com/office/drawing/2014/main" id="{FDDC1C14-E4A0-35B9-A78D-F11BA4770717}"/>
                </a:ext>
              </a:extLst>
            </p:cNvPr>
            <p:cNvSpPr/>
            <p:nvPr/>
          </p:nvSpPr>
          <p:spPr>
            <a:xfrm>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7" name="Triangle 26">
              <a:extLst>
                <a:ext uri="{FF2B5EF4-FFF2-40B4-BE49-F238E27FC236}">
                  <a16:creationId xmlns:a16="http://schemas.microsoft.com/office/drawing/2014/main" id="{7B72EC96-0C70-6D8F-BCFE-1AC07A574541}"/>
                </a:ext>
              </a:extLst>
            </p:cNvPr>
            <p:cNvSpPr/>
            <p:nvPr/>
          </p:nvSpPr>
          <p:spPr>
            <a:xfrm>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8" name="Triangle 27">
              <a:extLst>
                <a:ext uri="{FF2B5EF4-FFF2-40B4-BE49-F238E27FC236}">
                  <a16:creationId xmlns:a16="http://schemas.microsoft.com/office/drawing/2014/main" id="{F161A126-3D1B-FCD0-C9F6-DD3DA3C91C69}"/>
                </a:ext>
              </a:extLst>
            </p:cNvPr>
            <p:cNvSpPr/>
            <p:nvPr/>
          </p:nvSpPr>
          <p:spPr>
            <a:xfrm>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9" name="Triangle 28">
              <a:extLst>
                <a:ext uri="{FF2B5EF4-FFF2-40B4-BE49-F238E27FC236}">
                  <a16:creationId xmlns:a16="http://schemas.microsoft.com/office/drawing/2014/main" id="{4C10F12C-97F1-4D74-D9A6-A5C1243673A8}"/>
                </a:ext>
              </a:extLst>
            </p:cNvPr>
            <p:cNvSpPr/>
            <p:nvPr/>
          </p:nvSpPr>
          <p:spPr>
            <a:xfrm>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0" name="Triangle 29">
              <a:extLst>
                <a:ext uri="{FF2B5EF4-FFF2-40B4-BE49-F238E27FC236}">
                  <a16:creationId xmlns:a16="http://schemas.microsoft.com/office/drawing/2014/main" id="{901AC332-2D05-5D73-438A-3F9BCFE805B6}"/>
                </a:ext>
              </a:extLst>
            </p:cNvPr>
            <p:cNvSpPr/>
            <p:nvPr/>
          </p:nvSpPr>
          <p:spPr>
            <a:xfrm>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Tree>
    <p:extLst>
      <p:ext uri="{BB962C8B-B14F-4D97-AF65-F5344CB8AC3E}">
        <p14:creationId xmlns:p14="http://schemas.microsoft.com/office/powerpoint/2010/main" val="948766203"/>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ordered Title Card Circles">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62D1AC1-27FE-2010-F645-D8A6C34BEF54}"/>
              </a:ext>
            </a:extLst>
          </p:cNvPr>
          <p:cNvGrpSpPr/>
          <p:nvPr/>
        </p:nvGrpSpPr>
        <p:grpSpPr>
          <a:xfrm>
            <a:off x="-206239" y="759388"/>
            <a:ext cx="467777" cy="3969283"/>
            <a:chOff x="-223173" y="759388"/>
            <a:chExt cx="467777" cy="3969283"/>
          </a:xfrm>
        </p:grpSpPr>
        <p:sp>
          <p:nvSpPr>
            <p:cNvPr id="6" name="Oval 5">
              <a:extLst>
                <a:ext uri="{FF2B5EF4-FFF2-40B4-BE49-F238E27FC236}">
                  <a16:creationId xmlns:a16="http://schemas.microsoft.com/office/drawing/2014/main" id="{D9223210-CDC6-2A1E-25E4-F64B463E9F49}"/>
                </a:ext>
              </a:extLst>
            </p:cNvPr>
            <p:cNvSpPr/>
            <p:nvPr/>
          </p:nvSpPr>
          <p:spPr>
            <a:xfrm>
              <a:off x="-223173" y="759388"/>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7" name="Oval 6">
              <a:extLst>
                <a:ext uri="{FF2B5EF4-FFF2-40B4-BE49-F238E27FC236}">
                  <a16:creationId xmlns:a16="http://schemas.microsoft.com/office/drawing/2014/main" id="{FF2CB8F9-BD1E-FD42-35E6-8CDBE392E5F6}"/>
                </a:ext>
              </a:extLst>
            </p:cNvPr>
            <p:cNvSpPr/>
            <p:nvPr/>
          </p:nvSpPr>
          <p:spPr>
            <a:xfrm>
              <a:off x="-223173" y="1346545"/>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8" name="Oval 7">
              <a:extLst>
                <a:ext uri="{FF2B5EF4-FFF2-40B4-BE49-F238E27FC236}">
                  <a16:creationId xmlns:a16="http://schemas.microsoft.com/office/drawing/2014/main" id="{FC320A38-5C7B-1D37-9AD8-D193CB1084AD}"/>
                </a:ext>
              </a:extLst>
            </p:cNvPr>
            <p:cNvSpPr/>
            <p:nvPr/>
          </p:nvSpPr>
          <p:spPr>
            <a:xfrm>
              <a:off x="-210581" y="1933701"/>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9" name="Oval 8">
              <a:extLst>
                <a:ext uri="{FF2B5EF4-FFF2-40B4-BE49-F238E27FC236}">
                  <a16:creationId xmlns:a16="http://schemas.microsoft.com/office/drawing/2014/main" id="{96CBF34A-464E-13C3-9974-42EB69EC863F}"/>
                </a:ext>
              </a:extLst>
            </p:cNvPr>
            <p:cNvSpPr/>
            <p:nvPr/>
          </p:nvSpPr>
          <p:spPr>
            <a:xfrm>
              <a:off x="-201742" y="2520857"/>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0" name="Oval 9">
              <a:extLst>
                <a:ext uri="{FF2B5EF4-FFF2-40B4-BE49-F238E27FC236}">
                  <a16:creationId xmlns:a16="http://schemas.microsoft.com/office/drawing/2014/main" id="{5C3C8325-D899-EDD7-A8BD-947B8B24BBA8}"/>
                </a:ext>
              </a:extLst>
            </p:cNvPr>
            <p:cNvSpPr/>
            <p:nvPr/>
          </p:nvSpPr>
          <p:spPr>
            <a:xfrm>
              <a:off x="-201743" y="3108013"/>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1" name="Oval 10">
              <a:extLst>
                <a:ext uri="{FF2B5EF4-FFF2-40B4-BE49-F238E27FC236}">
                  <a16:creationId xmlns:a16="http://schemas.microsoft.com/office/drawing/2014/main" id="{38722114-D653-DC26-7DAE-A8FB82C7978F}"/>
                </a:ext>
              </a:extLst>
            </p:cNvPr>
            <p:cNvSpPr/>
            <p:nvPr/>
          </p:nvSpPr>
          <p:spPr>
            <a:xfrm>
              <a:off x="-201743" y="3695170"/>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2" name="Oval 11">
              <a:extLst>
                <a:ext uri="{FF2B5EF4-FFF2-40B4-BE49-F238E27FC236}">
                  <a16:creationId xmlns:a16="http://schemas.microsoft.com/office/drawing/2014/main" id="{1AC61B78-F449-C925-3546-A1B34B23F8DD}"/>
                </a:ext>
              </a:extLst>
            </p:cNvPr>
            <p:cNvSpPr/>
            <p:nvPr/>
          </p:nvSpPr>
          <p:spPr>
            <a:xfrm>
              <a:off x="-201743" y="4282326"/>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13" name="Group 12">
            <a:extLst>
              <a:ext uri="{FF2B5EF4-FFF2-40B4-BE49-F238E27FC236}">
                <a16:creationId xmlns:a16="http://schemas.microsoft.com/office/drawing/2014/main" id="{C08AB430-285E-06A3-1B84-8BC6AFAAC278}"/>
              </a:ext>
            </a:extLst>
          </p:cNvPr>
          <p:cNvGrpSpPr/>
          <p:nvPr/>
        </p:nvGrpSpPr>
        <p:grpSpPr>
          <a:xfrm>
            <a:off x="7524752" y="787133"/>
            <a:ext cx="467777" cy="3969283"/>
            <a:chOff x="-223173" y="759388"/>
            <a:chExt cx="467777" cy="3969283"/>
          </a:xfrm>
        </p:grpSpPr>
        <p:sp>
          <p:nvSpPr>
            <p:cNvPr id="14" name="Oval 13">
              <a:extLst>
                <a:ext uri="{FF2B5EF4-FFF2-40B4-BE49-F238E27FC236}">
                  <a16:creationId xmlns:a16="http://schemas.microsoft.com/office/drawing/2014/main" id="{FF92835C-2A27-77D9-F093-70DFA1359E50}"/>
                </a:ext>
              </a:extLst>
            </p:cNvPr>
            <p:cNvSpPr/>
            <p:nvPr/>
          </p:nvSpPr>
          <p:spPr>
            <a:xfrm>
              <a:off x="-223173" y="759388"/>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5" name="Oval 14">
              <a:extLst>
                <a:ext uri="{FF2B5EF4-FFF2-40B4-BE49-F238E27FC236}">
                  <a16:creationId xmlns:a16="http://schemas.microsoft.com/office/drawing/2014/main" id="{E7092B30-E7AA-D312-0199-BDCA540FDEC4}"/>
                </a:ext>
              </a:extLst>
            </p:cNvPr>
            <p:cNvSpPr/>
            <p:nvPr/>
          </p:nvSpPr>
          <p:spPr>
            <a:xfrm>
              <a:off x="-223173" y="1346545"/>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6" name="Oval 15">
              <a:extLst>
                <a:ext uri="{FF2B5EF4-FFF2-40B4-BE49-F238E27FC236}">
                  <a16:creationId xmlns:a16="http://schemas.microsoft.com/office/drawing/2014/main" id="{DFD6FEAB-AE72-B4D1-9774-1EDA925B35DE}"/>
                </a:ext>
              </a:extLst>
            </p:cNvPr>
            <p:cNvSpPr/>
            <p:nvPr/>
          </p:nvSpPr>
          <p:spPr>
            <a:xfrm>
              <a:off x="-210581" y="1933701"/>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7" name="Oval 16">
              <a:extLst>
                <a:ext uri="{FF2B5EF4-FFF2-40B4-BE49-F238E27FC236}">
                  <a16:creationId xmlns:a16="http://schemas.microsoft.com/office/drawing/2014/main" id="{9F171CDC-C8D8-9B2F-E918-9AD543AC9CA7}"/>
                </a:ext>
              </a:extLst>
            </p:cNvPr>
            <p:cNvSpPr/>
            <p:nvPr/>
          </p:nvSpPr>
          <p:spPr>
            <a:xfrm>
              <a:off x="-201742" y="2520857"/>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8" name="Oval 17">
              <a:extLst>
                <a:ext uri="{FF2B5EF4-FFF2-40B4-BE49-F238E27FC236}">
                  <a16:creationId xmlns:a16="http://schemas.microsoft.com/office/drawing/2014/main" id="{D64FC999-98B3-E3DC-3FBB-9BD47D95E87D}"/>
                </a:ext>
              </a:extLst>
            </p:cNvPr>
            <p:cNvSpPr/>
            <p:nvPr/>
          </p:nvSpPr>
          <p:spPr>
            <a:xfrm>
              <a:off x="-201743" y="3108013"/>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9" name="Oval 18">
              <a:extLst>
                <a:ext uri="{FF2B5EF4-FFF2-40B4-BE49-F238E27FC236}">
                  <a16:creationId xmlns:a16="http://schemas.microsoft.com/office/drawing/2014/main" id="{6EC3659D-191A-91FA-C180-9FDAECC009BF}"/>
                </a:ext>
              </a:extLst>
            </p:cNvPr>
            <p:cNvSpPr/>
            <p:nvPr/>
          </p:nvSpPr>
          <p:spPr>
            <a:xfrm>
              <a:off x="-201743" y="3695170"/>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0" name="Oval 19">
              <a:extLst>
                <a:ext uri="{FF2B5EF4-FFF2-40B4-BE49-F238E27FC236}">
                  <a16:creationId xmlns:a16="http://schemas.microsoft.com/office/drawing/2014/main" id="{F77C22EA-226D-7266-F96E-D3C80948A222}"/>
                </a:ext>
              </a:extLst>
            </p:cNvPr>
            <p:cNvSpPr/>
            <p:nvPr/>
          </p:nvSpPr>
          <p:spPr>
            <a:xfrm>
              <a:off x="-201743" y="4282326"/>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
        <p:nvSpPr>
          <p:cNvPr id="21" name="Text Placeholder 22">
            <a:extLst>
              <a:ext uri="{FF2B5EF4-FFF2-40B4-BE49-F238E27FC236}">
                <a16:creationId xmlns:a16="http://schemas.microsoft.com/office/drawing/2014/main" id="{3FFC277E-B53B-969F-6CEC-2BDE32AF8175}"/>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grpSp>
        <p:nvGrpSpPr>
          <p:cNvPr id="3" name="Group 2">
            <a:extLst>
              <a:ext uri="{FF2B5EF4-FFF2-40B4-BE49-F238E27FC236}">
                <a16:creationId xmlns:a16="http://schemas.microsoft.com/office/drawing/2014/main" id="{182C473E-EE1A-4EA4-8F39-26D733C3B28F}"/>
              </a:ext>
            </a:extLst>
          </p:cNvPr>
          <p:cNvGrpSpPr/>
          <p:nvPr/>
        </p:nvGrpSpPr>
        <p:grpSpPr>
          <a:xfrm>
            <a:off x="-206239" y="759388"/>
            <a:ext cx="467777" cy="3969283"/>
            <a:chOff x="-223173" y="759388"/>
            <a:chExt cx="467777" cy="3969283"/>
          </a:xfrm>
        </p:grpSpPr>
        <p:sp>
          <p:nvSpPr>
            <p:cNvPr id="4" name="Oval 3">
              <a:extLst>
                <a:ext uri="{FF2B5EF4-FFF2-40B4-BE49-F238E27FC236}">
                  <a16:creationId xmlns:a16="http://schemas.microsoft.com/office/drawing/2014/main" id="{53F7F88D-7897-E1EC-7F64-AE2676980DC4}"/>
                </a:ext>
              </a:extLst>
            </p:cNvPr>
            <p:cNvSpPr/>
            <p:nvPr/>
          </p:nvSpPr>
          <p:spPr>
            <a:xfrm>
              <a:off x="-223173" y="759388"/>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5" name="Oval 4">
              <a:extLst>
                <a:ext uri="{FF2B5EF4-FFF2-40B4-BE49-F238E27FC236}">
                  <a16:creationId xmlns:a16="http://schemas.microsoft.com/office/drawing/2014/main" id="{986D3A83-6327-1113-B76F-89A5F06B6106}"/>
                </a:ext>
              </a:extLst>
            </p:cNvPr>
            <p:cNvSpPr/>
            <p:nvPr/>
          </p:nvSpPr>
          <p:spPr>
            <a:xfrm>
              <a:off x="-223173" y="1346545"/>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2" name="Oval 21">
              <a:extLst>
                <a:ext uri="{FF2B5EF4-FFF2-40B4-BE49-F238E27FC236}">
                  <a16:creationId xmlns:a16="http://schemas.microsoft.com/office/drawing/2014/main" id="{EEFB9605-1F29-6BCD-DAED-81DE27C1DF63}"/>
                </a:ext>
              </a:extLst>
            </p:cNvPr>
            <p:cNvSpPr/>
            <p:nvPr/>
          </p:nvSpPr>
          <p:spPr>
            <a:xfrm>
              <a:off x="-210581" y="1933701"/>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3" name="Oval 22">
              <a:extLst>
                <a:ext uri="{FF2B5EF4-FFF2-40B4-BE49-F238E27FC236}">
                  <a16:creationId xmlns:a16="http://schemas.microsoft.com/office/drawing/2014/main" id="{BD1ACDA6-E2B9-040D-D784-BBC71CA71EEA}"/>
                </a:ext>
              </a:extLst>
            </p:cNvPr>
            <p:cNvSpPr/>
            <p:nvPr/>
          </p:nvSpPr>
          <p:spPr>
            <a:xfrm>
              <a:off x="-201742" y="2520857"/>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4" name="Oval 23">
              <a:extLst>
                <a:ext uri="{FF2B5EF4-FFF2-40B4-BE49-F238E27FC236}">
                  <a16:creationId xmlns:a16="http://schemas.microsoft.com/office/drawing/2014/main" id="{77B9AC76-99A3-C652-216C-B5D053AC2ED7}"/>
                </a:ext>
              </a:extLst>
            </p:cNvPr>
            <p:cNvSpPr/>
            <p:nvPr/>
          </p:nvSpPr>
          <p:spPr>
            <a:xfrm>
              <a:off x="-201743" y="3108013"/>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5" name="Oval 24">
              <a:extLst>
                <a:ext uri="{FF2B5EF4-FFF2-40B4-BE49-F238E27FC236}">
                  <a16:creationId xmlns:a16="http://schemas.microsoft.com/office/drawing/2014/main" id="{491FC4BA-0F5E-37E6-B7EB-175E0EFFA063}"/>
                </a:ext>
              </a:extLst>
            </p:cNvPr>
            <p:cNvSpPr/>
            <p:nvPr/>
          </p:nvSpPr>
          <p:spPr>
            <a:xfrm>
              <a:off x="-201743" y="3695170"/>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6" name="Oval 25">
              <a:extLst>
                <a:ext uri="{FF2B5EF4-FFF2-40B4-BE49-F238E27FC236}">
                  <a16:creationId xmlns:a16="http://schemas.microsoft.com/office/drawing/2014/main" id="{376070CA-B7AE-58E7-D79B-87D08E55FBC4}"/>
                </a:ext>
              </a:extLst>
            </p:cNvPr>
            <p:cNvSpPr/>
            <p:nvPr/>
          </p:nvSpPr>
          <p:spPr>
            <a:xfrm>
              <a:off x="-201743" y="4282326"/>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27" name="Group 26">
            <a:extLst>
              <a:ext uri="{FF2B5EF4-FFF2-40B4-BE49-F238E27FC236}">
                <a16:creationId xmlns:a16="http://schemas.microsoft.com/office/drawing/2014/main" id="{0B7C29D0-99E2-9F6A-A2EC-B1C11B13D7D9}"/>
              </a:ext>
            </a:extLst>
          </p:cNvPr>
          <p:cNvGrpSpPr/>
          <p:nvPr/>
        </p:nvGrpSpPr>
        <p:grpSpPr>
          <a:xfrm>
            <a:off x="7524752" y="787133"/>
            <a:ext cx="467777" cy="3969283"/>
            <a:chOff x="-223173" y="759388"/>
            <a:chExt cx="467777" cy="3969283"/>
          </a:xfrm>
        </p:grpSpPr>
        <p:sp>
          <p:nvSpPr>
            <p:cNvPr id="28" name="Oval 27">
              <a:extLst>
                <a:ext uri="{FF2B5EF4-FFF2-40B4-BE49-F238E27FC236}">
                  <a16:creationId xmlns:a16="http://schemas.microsoft.com/office/drawing/2014/main" id="{01D8CCDB-A8FA-8031-CED9-F1C93C1F3308}"/>
                </a:ext>
              </a:extLst>
            </p:cNvPr>
            <p:cNvSpPr/>
            <p:nvPr/>
          </p:nvSpPr>
          <p:spPr>
            <a:xfrm>
              <a:off x="-223173" y="759388"/>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9" name="Oval 28">
              <a:extLst>
                <a:ext uri="{FF2B5EF4-FFF2-40B4-BE49-F238E27FC236}">
                  <a16:creationId xmlns:a16="http://schemas.microsoft.com/office/drawing/2014/main" id="{6555CC4E-58A9-347A-D4D1-B6A8D9B3E4A6}"/>
                </a:ext>
              </a:extLst>
            </p:cNvPr>
            <p:cNvSpPr/>
            <p:nvPr/>
          </p:nvSpPr>
          <p:spPr>
            <a:xfrm>
              <a:off x="-223173" y="1346545"/>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0" name="Oval 29">
              <a:extLst>
                <a:ext uri="{FF2B5EF4-FFF2-40B4-BE49-F238E27FC236}">
                  <a16:creationId xmlns:a16="http://schemas.microsoft.com/office/drawing/2014/main" id="{E4D8641D-D908-96AB-A912-961D791D64C4}"/>
                </a:ext>
              </a:extLst>
            </p:cNvPr>
            <p:cNvSpPr/>
            <p:nvPr/>
          </p:nvSpPr>
          <p:spPr>
            <a:xfrm>
              <a:off x="-210581" y="1933701"/>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1" name="Oval 30">
              <a:extLst>
                <a:ext uri="{FF2B5EF4-FFF2-40B4-BE49-F238E27FC236}">
                  <a16:creationId xmlns:a16="http://schemas.microsoft.com/office/drawing/2014/main" id="{7F6AE986-7A5F-3A1A-6BEB-34D18ACC399F}"/>
                </a:ext>
              </a:extLst>
            </p:cNvPr>
            <p:cNvSpPr/>
            <p:nvPr/>
          </p:nvSpPr>
          <p:spPr>
            <a:xfrm>
              <a:off x="-201742" y="2520857"/>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2" name="Oval 31">
              <a:extLst>
                <a:ext uri="{FF2B5EF4-FFF2-40B4-BE49-F238E27FC236}">
                  <a16:creationId xmlns:a16="http://schemas.microsoft.com/office/drawing/2014/main" id="{43A29EB3-3CDA-35CC-DFDB-E80AA153B7CA}"/>
                </a:ext>
              </a:extLst>
            </p:cNvPr>
            <p:cNvSpPr/>
            <p:nvPr/>
          </p:nvSpPr>
          <p:spPr>
            <a:xfrm>
              <a:off x="-201743" y="3108013"/>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3" name="Oval 32">
              <a:extLst>
                <a:ext uri="{FF2B5EF4-FFF2-40B4-BE49-F238E27FC236}">
                  <a16:creationId xmlns:a16="http://schemas.microsoft.com/office/drawing/2014/main" id="{118E709B-7164-1891-3101-F07892C4DD86}"/>
                </a:ext>
              </a:extLst>
            </p:cNvPr>
            <p:cNvSpPr/>
            <p:nvPr/>
          </p:nvSpPr>
          <p:spPr>
            <a:xfrm>
              <a:off x="-201743" y="3695170"/>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4" name="Oval 33">
              <a:extLst>
                <a:ext uri="{FF2B5EF4-FFF2-40B4-BE49-F238E27FC236}">
                  <a16:creationId xmlns:a16="http://schemas.microsoft.com/office/drawing/2014/main" id="{3978FCF8-0312-7DB0-8155-156179208EA7}"/>
                </a:ext>
              </a:extLst>
            </p:cNvPr>
            <p:cNvSpPr/>
            <p:nvPr/>
          </p:nvSpPr>
          <p:spPr>
            <a:xfrm>
              <a:off x="-201743" y="4282326"/>
              <a:ext cx="446346" cy="446345"/>
            </a:xfrm>
            <a:prstGeom prst="ellips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Tree>
    <p:extLst>
      <p:ext uri="{BB962C8B-B14F-4D97-AF65-F5344CB8AC3E}">
        <p14:creationId xmlns:p14="http://schemas.microsoft.com/office/powerpoint/2010/main" val="97774452"/>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ordered Title Card Squares">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47CDE47-A247-B4D9-6DAE-1A0561CE28D7}"/>
              </a:ext>
            </a:extLst>
          </p:cNvPr>
          <p:cNvGrpSpPr/>
          <p:nvPr/>
        </p:nvGrpSpPr>
        <p:grpSpPr>
          <a:xfrm>
            <a:off x="-214266" y="846908"/>
            <a:ext cx="428531" cy="3849734"/>
            <a:chOff x="-211217" y="823607"/>
            <a:chExt cx="428531" cy="3849734"/>
          </a:xfrm>
        </p:grpSpPr>
        <p:sp>
          <p:nvSpPr>
            <p:cNvPr id="6" name="Rounded Rectangle 5">
              <a:extLst>
                <a:ext uri="{FF2B5EF4-FFF2-40B4-BE49-F238E27FC236}">
                  <a16:creationId xmlns:a16="http://schemas.microsoft.com/office/drawing/2014/main" id="{AEBE7EDF-B153-09AC-7EAF-E22FA54E4732}"/>
                </a:ext>
              </a:extLst>
            </p:cNvPr>
            <p:cNvSpPr/>
            <p:nvPr/>
          </p:nvSpPr>
          <p:spPr>
            <a:xfrm>
              <a:off x="-211217" y="82360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7" name="Rounded Rectangle 6">
              <a:extLst>
                <a:ext uri="{FF2B5EF4-FFF2-40B4-BE49-F238E27FC236}">
                  <a16:creationId xmlns:a16="http://schemas.microsoft.com/office/drawing/2014/main" id="{0E136EA9-427D-FB1F-0AF7-5D099906298D}"/>
                </a:ext>
              </a:extLst>
            </p:cNvPr>
            <p:cNvSpPr/>
            <p:nvPr/>
          </p:nvSpPr>
          <p:spPr>
            <a:xfrm>
              <a:off x="-209163" y="139481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8" name="Rounded Rectangle 7">
              <a:extLst>
                <a:ext uri="{FF2B5EF4-FFF2-40B4-BE49-F238E27FC236}">
                  <a16:creationId xmlns:a16="http://schemas.microsoft.com/office/drawing/2014/main" id="{731D2881-BB10-5ECA-BDCF-414C13EEC220}"/>
                </a:ext>
              </a:extLst>
            </p:cNvPr>
            <p:cNvSpPr/>
            <p:nvPr/>
          </p:nvSpPr>
          <p:spPr>
            <a:xfrm>
              <a:off x="-211217" y="196604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9" name="Rounded Rectangle 8">
              <a:extLst>
                <a:ext uri="{FF2B5EF4-FFF2-40B4-BE49-F238E27FC236}">
                  <a16:creationId xmlns:a16="http://schemas.microsoft.com/office/drawing/2014/main" id="{BE8A130E-7DED-F6D0-1EC3-A1D621A6E5F7}"/>
                </a:ext>
              </a:extLst>
            </p:cNvPr>
            <p:cNvSpPr/>
            <p:nvPr/>
          </p:nvSpPr>
          <p:spPr>
            <a:xfrm>
              <a:off x="-207955" y="253725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0" name="Rounded Rectangle 9">
              <a:extLst>
                <a:ext uri="{FF2B5EF4-FFF2-40B4-BE49-F238E27FC236}">
                  <a16:creationId xmlns:a16="http://schemas.microsoft.com/office/drawing/2014/main" id="{602EF693-0715-F65E-A4AB-82C5AF656806}"/>
                </a:ext>
              </a:extLst>
            </p:cNvPr>
            <p:cNvSpPr/>
            <p:nvPr/>
          </p:nvSpPr>
          <p:spPr>
            <a:xfrm>
              <a:off x="-205689" y="3108473"/>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1" name="Rounded Rectangle 10">
              <a:extLst>
                <a:ext uri="{FF2B5EF4-FFF2-40B4-BE49-F238E27FC236}">
                  <a16:creationId xmlns:a16="http://schemas.microsoft.com/office/drawing/2014/main" id="{329037B4-1885-5B44-A62D-23025EAA9D76}"/>
                </a:ext>
              </a:extLst>
            </p:cNvPr>
            <p:cNvSpPr/>
            <p:nvPr/>
          </p:nvSpPr>
          <p:spPr>
            <a:xfrm>
              <a:off x="-211217" y="367969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2" name="Rounded Rectangle 11">
              <a:extLst>
                <a:ext uri="{FF2B5EF4-FFF2-40B4-BE49-F238E27FC236}">
                  <a16:creationId xmlns:a16="http://schemas.microsoft.com/office/drawing/2014/main" id="{413DAAC8-A447-EFD4-58A8-03CA2FB74725}"/>
                </a:ext>
              </a:extLst>
            </p:cNvPr>
            <p:cNvSpPr/>
            <p:nvPr/>
          </p:nvSpPr>
          <p:spPr>
            <a:xfrm>
              <a:off x="-205121" y="425090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13" name="Group 12">
            <a:extLst>
              <a:ext uri="{FF2B5EF4-FFF2-40B4-BE49-F238E27FC236}">
                <a16:creationId xmlns:a16="http://schemas.microsoft.com/office/drawing/2014/main" id="{6AD7A663-55D3-8A74-1F85-FC07DC16C605}"/>
              </a:ext>
            </a:extLst>
          </p:cNvPr>
          <p:cNvGrpSpPr/>
          <p:nvPr/>
        </p:nvGrpSpPr>
        <p:grpSpPr>
          <a:xfrm>
            <a:off x="7544375" y="846908"/>
            <a:ext cx="428531" cy="3849734"/>
            <a:chOff x="-211217" y="823607"/>
            <a:chExt cx="428531" cy="3849734"/>
          </a:xfrm>
        </p:grpSpPr>
        <p:sp>
          <p:nvSpPr>
            <p:cNvPr id="14" name="Rounded Rectangle 13">
              <a:extLst>
                <a:ext uri="{FF2B5EF4-FFF2-40B4-BE49-F238E27FC236}">
                  <a16:creationId xmlns:a16="http://schemas.microsoft.com/office/drawing/2014/main" id="{67F0A7CA-905F-8431-6DCB-0D512084B587}"/>
                </a:ext>
              </a:extLst>
            </p:cNvPr>
            <p:cNvSpPr/>
            <p:nvPr/>
          </p:nvSpPr>
          <p:spPr>
            <a:xfrm>
              <a:off x="-211217" y="82360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5" name="Rounded Rectangle 14">
              <a:extLst>
                <a:ext uri="{FF2B5EF4-FFF2-40B4-BE49-F238E27FC236}">
                  <a16:creationId xmlns:a16="http://schemas.microsoft.com/office/drawing/2014/main" id="{71C05A53-A18F-864C-825D-B9C21E472182}"/>
                </a:ext>
              </a:extLst>
            </p:cNvPr>
            <p:cNvSpPr/>
            <p:nvPr/>
          </p:nvSpPr>
          <p:spPr>
            <a:xfrm>
              <a:off x="-209163" y="139481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6" name="Rounded Rectangle 15">
              <a:extLst>
                <a:ext uri="{FF2B5EF4-FFF2-40B4-BE49-F238E27FC236}">
                  <a16:creationId xmlns:a16="http://schemas.microsoft.com/office/drawing/2014/main" id="{A1A99929-70D9-CB3A-3064-03CFBD459C2E}"/>
                </a:ext>
              </a:extLst>
            </p:cNvPr>
            <p:cNvSpPr/>
            <p:nvPr/>
          </p:nvSpPr>
          <p:spPr>
            <a:xfrm>
              <a:off x="-211217" y="196604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7" name="Rounded Rectangle 16">
              <a:extLst>
                <a:ext uri="{FF2B5EF4-FFF2-40B4-BE49-F238E27FC236}">
                  <a16:creationId xmlns:a16="http://schemas.microsoft.com/office/drawing/2014/main" id="{840BF7CC-57C8-2ADD-20B6-D6377A9DDBE7}"/>
                </a:ext>
              </a:extLst>
            </p:cNvPr>
            <p:cNvSpPr/>
            <p:nvPr/>
          </p:nvSpPr>
          <p:spPr>
            <a:xfrm>
              <a:off x="-207955" y="253725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8" name="Rounded Rectangle 17">
              <a:extLst>
                <a:ext uri="{FF2B5EF4-FFF2-40B4-BE49-F238E27FC236}">
                  <a16:creationId xmlns:a16="http://schemas.microsoft.com/office/drawing/2014/main" id="{484A5FB4-87F1-479D-1374-21A8A5160BA4}"/>
                </a:ext>
              </a:extLst>
            </p:cNvPr>
            <p:cNvSpPr/>
            <p:nvPr/>
          </p:nvSpPr>
          <p:spPr>
            <a:xfrm>
              <a:off x="-205689" y="3108473"/>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9" name="Rounded Rectangle 18">
              <a:extLst>
                <a:ext uri="{FF2B5EF4-FFF2-40B4-BE49-F238E27FC236}">
                  <a16:creationId xmlns:a16="http://schemas.microsoft.com/office/drawing/2014/main" id="{82751413-3C26-9B72-2C76-FD2FCAAB78D8}"/>
                </a:ext>
              </a:extLst>
            </p:cNvPr>
            <p:cNvSpPr/>
            <p:nvPr/>
          </p:nvSpPr>
          <p:spPr>
            <a:xfrm>
              <a:off x="-211217" y="367969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0" name="Rounded Rectangle 19">
              <a:extLst>
                <a:ext uri="{FF2B5EF4-FFF2-40B4-BE49-F238E27FC236}">
                  <a16:creationId xmlns:a16="http://schemas.microsoft.com/office/drawing/2014/main" id="{7CD065E2-72DF-2B16-0E3C-E4EAD26FDB49}"/>
                </a:ext>
              </a:extLst>
            </p:cNvPr>
            <p:cNvSpPr/>
            <p:nvPr/>
          </p:nvSpPr>
          <p:spPr>
            <a:xfrm>
              <a:off x="-205121" y="425090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
        <p:nvSpPr>
          <p:cNvPr id="21" name="Text Placeholder 22">
            <a:extLst>
              <a:ext uri="{FF2B5EF4-FFF2-40B4-BE49-F238E27FC236}">
                <a16:creationId xmlns:a16="http://schemas.microsoft.com/office/drawing/2014/main" id="{E10EE069-10A3-459D-27CB-66666B780CB4}"/>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grpSp>
        <p:nvGrpSpPr>
          <p:cNvPr id="3" name="Group 2">
            <a:extLst>
              <a:ext uri="{FF2B5EF4-FFF2-40B4-BE49-F238E27FC236}">
                <a16:creationId xmlns:a16="http://schemas.microsoft.com/office/drawing/2014/main" id="{48E35F68-6F41-66A7-3DC5-78A514F8956B}"/>
              </a:ext>
            </a:extLst>
          </p:cNvPr>
          <p:cNvGrpSpPr/>
          <p:nvPr/>
        </p:nvGrpSpPr>
        <p:grpSpPr>
          <a:xfrm>
            <a:off x="-214266" y="846908"/>
            <a:ext cx="428531" cy="3849734"/>
            <a:chOff x="-211217" y="823607"/>
            <a:chExt cx="428531" cy="3849734"/>
          </a:xfrm>
        </p:grpSpPr>
        <p:sp>
          <p:nvSpPr>
            <p:cNvPr id="4" name="Rounded Rectangle 3">
              <a:extLst>
                <a:ext uri="{FF2B5EF4-FFF2-40B4-BE49-F238E27FC236}">
                  <a16:creationId xmlns:a16="http://schemas.microsoft.com/office/drawing/2014/main" id="{8CA8BE51-183A-2F07-0B1B-24B20332B6BE}"/>
                </a:ext>
              </a:extLst>
            </p:cNvPr>
            <p:cNvSpPr/>
            <p:nvPr/>
          </p:nvSpPr>
          <p:spPr>
            <a:xfrm>
              <a:off x="-211217" y="82360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5" name="Rounded Rectangle 4">
              <a:extLst>
                <a:ext uri="{FF2B5EF4-FFF2-40B4-BE49-F238E27FC236}">
                  <a16:creationId xmlns:a16="http://schemas.microsoft.com/office/drawing/2014/main" id="{B3C974BE-D218-805B-7088-B33D970B91F4}"/>
                </a:ext>
              </a:extLst>
            </p:cNvPr>
            <p:cNvSpPr/>
            <p:nvPr/>
          </p:nvSpPr>
          <p:spPr>
            <a:xfrm>
              <a:off x="-209163" y="139481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2" name="Rounded Rectangle 21">
              <a:extLst>
                <a:ext uri="{FF2B5EF4-FFF2-40B4-BE49-F238E27FC236}">
                  <a16:creationId xmlns:a16="http://schemas.microsoft.com/office/drawing/2014/main" id="{A61B9250-01C0-A54A-A7E1-CB34A474E3C0}"/>
                </a:ext>
              </a:extLst>
            </p:cNvPr>
            <p:cNvSpPr/>
            <p:nvPr/>
          </p:nvSpPr>
          <p:spPr>
            <a:xfrm>
              <a:off x="-211217" y="196604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3" name="Rounded Rectangle 22">
              <a:extLst>
                <a:ext uri="{FF2B5EF4-FFF2-40B4-BE49-F238E27FC236}">
                  <a16:creationId xmlns:a16="http://schemas.microsoft.com/office/drawing/2014/main" id="{7AA67AB4-1996-EE35-C5DD-D9DF37C4D8F5}"/>
                </a:ext>
              </a:extLst>
            </p:cNvPr>
            <p:cNvSpPr/>
            <p:nvPr/>
          </p:nvSpPr>
          <p:spPr>
            <a:xfrm>
              <a:off x="-207955" y="253725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4" name="Rounded Rectangle 23">
              <a:extLst>
                <a:ext uri="{FF2B5EF4-FFF2-40B4-BE49-F238E27FC236}">
                  <a16:creationId xmlns:a16="http://schemas.microsoft.com/office/drawing/2014/main" id="{75A0C465-45F5-9EA9-C818-BEA039F9B373}"/>
                </a:ext>
              </a:extLst>
            </p:cNvPr>
            <p:cNvSpPr/>
            <p:nvPr/>
          </p:nvSpPr>
          <p:spPr>
            <a:xfrm>
              <a:off x="-205689" y="3108473"/>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5" name="Rounded Rectangle 24">
              <a:extLst>
                <a:ext uri="{FF2B5EF4-FFF2-40B4-BE49-F238E27FC236}">
                  <a16:creationId xmlns:a16="http://schemas.microsoft.com/office/drawing/2014/main" id="{7B838386-1DC4-8C37-D58E-75A870ACEB2C}"/>
                </a:ext>
              </a:extLst>
            </p:cNvPr>
            <p:cNvSpPr/>
            <p:nvPr/>
          </p:nvSpPr>
          <p:spPr>
            <a:xfrm>
              <a:off x="-211217" y="367969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6" name="Rounded Rectangle 25">
              <a:extLst>
                <a:ext uri="{FF2B5EF4-FFF2-40B4-BE49-F238E27FC236}">
                  <a16:creationId xmlns:a16="http://schemas.microsoft.com/office/drawing/2014/main" id="{B20760EB-63FE-51CF-6FF4-4C9C6AF4CFAB}"/>
                </a:ext>
              </a:extLst>
            </p:cNvPr>
            <p:cNvSpPr/>
            <p:nvPr/>
          </p:nvSpPr>
          <p:spPr>
            <a:xfrm>
              <a:off x="-205121" y="425090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27" name="Group 26">
            <a:extLst>
              <a:ext uri="{FF2B5EF4-FFF2-40B4-BE49-F238E27FC236}">
                <a16:creationId xmlns:a16="http://schemas.microsoft.com/office/drawing/2014/main" id="{8F5663F5-BF2F-955E-E1E5-245170AF1E22}"/>
              </a:ext>
            </a:extLst>
          </p:cNvPr>
          <p:cNvGrpSpPr/>
          <p:nvPr/>
        </p:nvGrpSpPr>
        <p:grpSpPr>
          <a:xfrm>
            <a:off x="7544375" y="846908"/>
            <a:ext cx="428531" cy="3849734"/>
            <a:chOff x="-211217" y="823607"/>
            <a:chExt cx="428531" cy="3849734"/>
          </a:xfrm>
        </p:grpSpPr>
        <p:sp>
          <p:nvSpPr>
            <p:cNvPr id="28" name="Rounded Rectangle 27">
              <a:extLst>
                <a:ext uri="{FF2B5EF4-FFF2-40B4-BE49-F238E27FC236}">
                  <a16:creationId xmlns:a16="http://schemas.microsoft.com/office/drawing/2014/main" id="{8AE19D08-CDAB-8954-6129-0F83AF6E6388}"/>
                </a:ext>
              </a:extLst>
            </p:cNvPr>
            <p:cNvSpPr/>
            <p:nvPr/>
          </p:nvSpPr>
          <p:spPr>
            <a:xfrm>
              <a:off x="-211217" y="82360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9" name="Rounded Rectangle 28">
              <a:extLst>
                <a:ext uri="{FF2B5EF4-FFF2-40B4-BE49-F238E27FC236}">
                  <a16:creationId xmlns:a16="http://schemas.microsoft.com/office/drawing/2014/main" id="{0BF0F205-CD2D-9766-1999-6391F437C6B5}"/>
                </a:ext>
              </a:extLst>
            </p:cNvPr>
            <p:cNvSpPr/>
            <p:nvPr/>
          </p:nvSpPr>
          <p:spPr>
            <a:xfrm>
              <a:off x="-209163" y="139481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0" name="Rounded Rectangle 29">
              <a:extLst>
                <a:ext uri="{FF2B5EF4-FFF2-40B4-BE49-F238E27FC236}">
                  <a16:creationId xmlns:a16="http://schemas.microsoft.com/office/drawing/2014/main" id="{4ACDF134-3501-BD70-FD9F-FD81418F3B81}"/>
                </a:ext>
              </a:extLst>
            </p:cNvPr>
            <p:cNvSpPr/>
            <p:nvPr/>
          </p:nvSpPr>
          <p:spPr>
            <a:xfrm>
              <a:off x="-211217" y="196604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1" name="Rounded Rectangle 30">
              <a:extLst>
                <a:ext uri="{FF2B5EF4-FFF2-40B4-BE49-F238E27FC236}">
                  <a16:creationId xmlns:a16="http://schemas.microsoft.com/office/drawing/2014/main" id="{68432012-B56E-25F4-337A-44DB945E85D7}"/>
                </a:ext>
              </a:extLst>
            </p:cNvPr>
            <p:cNvSpPr/>
            <p:nvPr/>
          </p:nvSpPr>
          <p:spPr>
            <a:xfrm>
              <a:off x="-207955" y="2537257"/>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2" name="Rounded Rectangle 31">
              <a:extLst>
                <a:ext uri="{FF2B5EF4-FFF2-40B4-BE49-F238E27FC236}">
                  <a16:creationId xmlns:a16="http://schemas.microsoft.com/office/drawing/2014/main" id="{BA62EE74-5103-C521-A918-3642C754ED69}"/>
                </a:ext>
              </a:extLst>
            </p:cNvPr>
            <p:cNvSpPr/>
            <p:nvPr/>
          </p:nvSpPr>
          <p:spPr>
            <a:xfrm>
              <a:off x="-205689" y="3108473"/>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3" name="Rounded Rectangle 32">
              <a:extLst>
                <a:ext uri="{FF2B5EF4-FFF2-40B4-BE49-F238E27FC236}">
                  <a16:creationId xmlns:a16="http://schemas.microsoft.com/office/drawing/2014/main" id="{5B9E8AFE-C11E-A838-7A2E-7B0D463715C8}"/>
                </a:ext>
              </a:extLst>
            </p:cNvPr>
            <p:cNvSpPr/>
            <p:nvPr/>
          </p:nvSpPr>
          <p:spPr>
            <a:xfrm>
              <a:off x="-211217" y="3679690"/>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4" name="Rounded Rectangle 33">
              <a:extLst>
                <a:ext uri="{FF2B5EF4-FFF2-40B4-BE49-F238E27FC236}">
                  <a16:creationId xmlns:a16="http://schemas.microsoft.com/office/drawing/2014/main" id="{B8F63335-A6DB-8E92-BBC8-3B640379893B}"/>
                </a:ext>
              </a:extLst>
            </p:cNvPr>
            <p:cNvSpPr/>
            <p:nvPr/>
          </p:nvSpPr>
          <p:spPr>
            <a:xfrm>
              <a:off x="-205121" y="4250906"/>
              <a:ext cx="422435" cy="42243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Tree>
    <p:extLst>
      <p:ext uri="{BB962C8B-B14F-4D97-AF65-F5344CB8AC3E}">
        <p14:creationId xmlns:p14="http://schemas.microsoft.com/office/powerpoint/2010/main" val="2668088950"/>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ordered Title Card Suns">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E6F3569-BABD-E488-57B8-7BF7B580BBA9}"/>
              </a:ext>
            </a:extLst>
          </p:cNvPr>
          <p:cNvGrpSpPr/>
          <p:nvPr/>
        </p:nvGrpSpPr>
        <p:grpSpPr>
          <a:xfrm>
            <a:off x="7477605" y="902073"/>
            <a:ext cx="562071" cy="3739403"/>
            <a:chOff x="-274986" y="1188204"/>
            <a:chExt cx="562071" cy="3739403"/>
          </a:xfrm>
        </p:grpSpPr>
        <p:sp>
          <p:nvSpPr>
            <p:cNvPr id="6" name="Sun 5">
              <a:extLst>
                <a:ext uri="{FF2B5EF4-FFF2-40B4-BE49-F238E27FC236}">
                  <a16:creationId xmlns:a16="http://schemas.microsoft.com/office/drawing/2014/main" id="{7EE67E77-65A0-F7ED-58B5-76D9651D17AC}"/>
                </a:ext>
              </a:extLst>
            </p:cNvPr>
            <p:cNvSpPr/>
            <p:nvPr/>
          </p:nvSpPr>
          <p:spPr>
            <a:xfrm>
              <a:off x="-272839" y="1188204"/>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7" name="Sun 6">
              <a:extLst>
                <a:ext uri="{FF2B5EF4-FFF2-40B4-BE49-F238E27FC236}">
                  <a16:creationId xmlns:a16="http://schemas.microsoft.com/office/drawing/2014/main" id="{E36972B0-18D4-4D4F-9D10-BCC1E6E3D075}"/>
                </a:ext>
              </a:extLst>
            </p:cNvPr>
            <p:cNvSpPr/>
            <p:nvPr/>
          </p:nvSpPr>
          <p:spPr>
            <a:xfrm>
              <a:off x="-272838" y="183216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8" name="Sun 7">
              <a:extLst>
                <a:ext uri="{FF2B5EF4-FFF2-40B4-BE49-F238E27FC236}">
                  <a16:creationId xmlns:a16="http://schemas.microsoft.com/office/drawing/2014/main" id="{8664689A-D5D8-723D-FC37-282E68D7193F}"/>
                </a:ext>
              </a:extLst>
            </p:cNvPr>
            <p:cNvSpPr/>
            <p:nvPr/>
          </p:nvSpPr>
          <p:spPr>
            <a:xfrm>
              <a:off x="-274986" y="2463237"/>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9" name="Sun 8">
              <a:extLst>
                <a:ext uri="{FF2B5EF4-FFF2-40B4-BE49-F238E27FC236}">
                  <a16:creationId xmlns:a16="http://schemas.microsoft.com/office/drawing/2014/main" id="{3B1F17E8-7E1B-93E9-9B7E-574460CF976C}"/>
                </a:ext>
              </a:extLst>
            </p:cNvPr>
            <p:cNvSpPr/>
            <p:nvPr/>
          </p:nvSpPr>
          <p:spPr>
            <a:xfrm>
              <a:off x="-274986" y="3107196"/>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0" name="Sun 9">
              <a:extLst>
                <a:ext uri="{FF2B5EF4-FFF2-40B4-BE49-F238E27FC236}">
                  <a16:creationId xmlns:a16="http://schemas.microsoft.com/office/drawing/2014/main" id="{AF396964-0035-C7CB-589E-86C29DC6F726}"/>
                </a:ext>
              </a:extLst>
            </p:cNvPr>
            <p:cNvSpPr/>
            <p:nvPr/>
          </p:nvSpPr>
          <p:spPr>
            <a:xfrm>
              <a:off x="-274986" y="374794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1" name="Sun 10">
              <a:extLst>
                <a:ext uri="{FF2B5EF4-FFF2-40B4-BE49-F238E27FC236}">
                  <a16:creationId xmlns:a16="http://schemas.microsoft.com/office/drawing/2014/main" id="{286184B9-027C-9D7D-2C82-7DE8364D8284}"/>
                </a:ext>
              </a:extLst>
            </p:cNvPr>
            <p:cNvSpPr/>
            <p:nvPr/>
          </p:nvSpPr>
          <p:spPr>
            <a:xfrm>
              <a:off x="-274986" y="4388690"/>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grpSp>
      <p:grpSp>
        <p:nvGrpSpPr>
          <p:cNvPr id="12" name="Group 11">
            <a:extLst>
              <a:ext uri="{FF2B5EF4-FFF2-40B4-BE49-F238E27FC236}">
                <a16:creationId xmlns:a16="http://schemas.microsoft.com/office/drawing/2014/main" id="{B59079E1-6409-FBDA-2483-0881CCABA53A}"/>
              </a:ext>
            </a:extLst>
          </p:cNvPr>
          <p:cNvGrpSpPr/>
          <p:nvPr/>
        </p:nvGrpSpPr>
        <p:grpSpPr>
          <a:xfrm>
            <a:off x="-264102" y="917460"/>
            <a:ext cx="562071" cy="3739403"/>
            <a:chOff x="-274986" y="1188204"/>
            <a:chExt cx="562071" cy="3739403"/>
          </a:xfrm>
        </p:grpSpPr>
        <p:sp>
          <p:nvSpPr>
            <p:cNvPr id="13" name="Sun 12">
              <a:extLst>
                <a:ext uri="{FF2B5EF4-FFF2-40B4-BE49-F238E27FC236}">
                  <a16:creationId xmlns:a16="http://schemas.microsoft.com/office/drawing/2014/main" id="{1B8768D7-F6A9-F500-F1D2-061E08507322}"/>
                </a:ext>
              </a:extLst>
            </p:cNvPr>
            <p:cNvSpPr/>
            <p:nvPr/>
          </p:nvSpPr>
          <p:spPr>
            <a:xfrm>
              <a:off x="-272839" y="1188204"/>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4" name="Sun 13">
              <a:extLst>
                <a:ext uri="{FF2B5EF4-FFF2-40B4-BE49-F238E27FC236}">
                  <a16:creationId xmlns:a16="http://schemas.microsoft.com/office/drawing/2014/main" id="{8E3BD2BA-B683-4CE9-9977-C3E23420D484}"/>
                </a:ext>
              </a:extLst>
            </p:cNvPr>
            <p:cNvSpPr/>
            <p:nvPr/>
          </p:nvSpPr>
          <p:spPr>
            <a:xfrm>
              <a:off x="-272838" y="183216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5" name="Sun 14">
              <a:extLst>
                <a:ext uri="{FF2B5EF4-FFF2-40B4-BE49-F238E27FC236}">
                  <a16:creationId xmlns:a16="http://schemas.microsoft.com/office/drawing/2014/main" id="{4D35F4D5-333A-1E6D-0C29-2FD32742F553}"/>
                </a:ext>
              </a:extLst>
            </p:cNvPr>
            <p:cNvSpPr/>
            <p:nvPr/>
          </p:nvSpPr>
          <p:spPr>
            <a:xfrm>
              <a:off x="-274986" y="2463237"/>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6" name="Sun 15">
              <a:extLst>
                <a:ext uri="{FF2B5EF4-FFF2-40B4-BE49-F238E27FC236}">
                  <a16:creationId xmlns:a16="http://schemas.microsoft.com/office/drawing/2014/main" id="{793C110B-A53E-D3B1-325B-D11C3C9C6CFF}"/>
                </a:ext>
              </a:extLst>
            </p:cNvPr>
            <p:cNvSpPr/>
            <p:nvPr/>
          </p:nvSpPr>
          <p:spPr>
            <a:xfrm>
              <a:off x="-274986" y="3107196"/>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7" name="Sun 16">
              <a:extLst>
                <a:ext uri="{FF2B5EF4-FFF2-40B4-BE49-F238E27FC236}">
                  <a16:creationId xmlns:a16="http://schemas.microsoft.com/office/drawing/2014/main" id="{349DBFB7-765C-D632-DB16-25CEF646CBBF}"/>
                </a:ext>
              </a:extLst>
            </p:cNvPr>
            <p:cNvSpPr/>
            <p:nvPr/>
          </p:nvSpPr>
          <p:spPr>
            <a:xfrm>
              <a:off x="-274986" y="374794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18" name="Sun 17">
              <a:extLst>
                <a:ext uri="{FF2B5EF4-FFF2-40B4-BE49-F238E27FC236}">
                  <a16:creationId xmlns:a16="http://schemas.microsoft.com/office/drawing/2014/main" id="{7D97F4FF-7466-B443-D90D-E9DC54C4BA00}"/>
                </a:ext>
              </a:extLst>
            </p:cNvPr>
            <p:cNvSpPr/>
            <p:nvPr/>
          </p:nvSpPr>
          <p:spPr>
            <a:xfrm>
              <a:off x="-274986" y="4388690"/>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grpSp>
      <p:sp>
        <p:nvSpPr>
          <p:cNvPr id="19" name="Text Placeholder 22">
            <a:extLst>
              <a:ext uri="{FF2B5EF4-FFF2-40B4-BE49-F238E27FC236}">
                <a16:creationId xmlns:a16="http://schemas.microsoft.com/office/drawing/2014/main" id="{E0571CD3-D8C9-7A07-6992-52A62D28C5C6}"/>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grpSp>
        <p:nvGrpSpPr>
          <p:cNvPr id="3" name="Group 2">
            <a:extLst>
              <a:ext uri="{FF2B5EF4-FFF2-40B4-BE49-F238E27FC236}">
                <a16:creationId xmlns:a16="http://schemas.microsoft.com/office/drawing/2014/main" id="{98D7B091-6FAD-681C-A74E-8F124744D7C5}"/>
              </a:ext>
            </a:extLst>
          </p:cNvPr>
          <p:cNvGrpSpPr/>
          <p:nvPr/>
        </p:nvGrpSpPr>
        <p:grpSpPr>
          <a:xfrm>
            <a:off x="7477605" y="902073"/>
            <a:ext cx="562071" cy="3739403"/>
            <a:chOff x="-274986" y="1188204"/>
            <a:chExt cx="562071" cy="3739403"/>
          </a:xfrm>
        </p:grpSpPr>
        <p:sp>
          <p:nvSpPr>
            <p:cNvPr id="4" name="Sun 3">
              <a:extLst>
                <a:ext uri="{FF2B5EF4-FFF2-40B4-BE49-F238E27FC236}">
                  <a16:creationId xmlns:a16="http://schemas.microsoft.com/office/drawing/2014/main" id="{2AB50885-3F71-9316-B384-DFCDB00CB88E}"/>
                </a:ext>
              </a:extLst>
            </p:cNvPr>
            <p:cNvSpPr/>
            <p:nvPr/>
          </p:nvSpPr>
          <p:spPr>
            <a:xfrm>
              <a:off x="-272839" y="1188204"/>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5" name="Sun 4">
              <a:extLst>
                <a:ext uri="{FF2B5EF4-FFF2-40B4-BE49-F238E27FC236}">
                  <a16:creationId xmlns:a16="http://schemas.microsoft.com/office/drawing/2014/main" id="{40B7C2B2-F8DF-8B3D-B4F8-8DFE3666A239}"/>
                </a:ext>
              </a:extLst>
            </p:cNvPr>
            <p:cNvSpPr/>
            <p:nvPr/>
          </p:nvSpPr>
          <p:spPr>
            <a:xfrm>
              <a:off x="-272838" y="183216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0" name="Sun 19">
              <a:extLst>
                <a:ext uri="{FF2B5EF4-FFF2-40B4-BE49-F238E27FC236}">
                  <a16:creationId xmlns:a16="http://schemas.microsoft.com/office/drawing/2014/main" id="{81317A45-3671-B55A-E6D1-35431C289200}"/>
                </a:ext>
              </a:extLst>
            </p:cNvPr>
            <p:cNvSpPr/>
            <p:nvPr/>
          </p:nvSpPr>
          <p:spPr>
            <a:xfrm>
              <a:off x="-274986" y="2463237"/>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1" name="Sun 20">
              <a:extLst>
                <a:ext uri="{FF2B5EF4-FFF2-40B4-BE49-F238E27FC236}">
                  <a16:creationId xmlns:a16="http://schemas.microsoft.com/office/drawing/2014/main" id="{4365B06F-EFB5-1452-B679-29DF5DCE9AC3}"/>
                </a:ext>
              </a:extLst>
            </p:cNvPr>
            <p:cNvSpPr/>
            <p:nvPr/>
          </p:nvSpPr>
          <p:spPr>
            <a:xfrm>
              <a:off x="-274986" y="3107196"/>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2" name="Sun 21">
              <a:extLst>
                <a:ext uri="{FF2B5EF4-FFF2-40B4-BE49-F238E27FC236}">
                  <a16:creationId xmlns:a16="http://schemas.microsoft.com/office/drawing/2014/main" id="{57539536-0929-621D-C08E-C7A056B37B62}"/>
                </a:ext>
              </a:extLst>
            </p:cNvPr>
            <p:cNvSpPr/>
            <p:nvPr/>
          </p:nvSpPr>
          <p:spPr>
            <a:xfrm>
              <a:off x="-274986" y="374794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3" name="Sun 22">
              <a:extLst>
                <a:ext uri="{FF2B5EF4-FFF2-40B4-BE49-F238E27FC236}">
                  <a16:creationId xmlns:a16="http://schemas.microsoft.com/office/drawing/2014/main" id="{21BBF951-98AD-CB27-CAED-DDA51B14DF62}"/>
                </a:ext>
              </a:extLst>
            </p:cNvPr>
            <p:cNvSpPr/>
            <p:nvPr/>
          </p:nvSpPr>
          <p:spPr>
            <a:xfrm>
              <a:off x="-274986" y="4388690"/>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grpSp>
      <p:grpSp>
        <p:nvGrpSpPr>
          <p:cNvPr id="24" name="Group 23">
            <a:extLst>
              <a:ext uri="{FF2B5EF4-FFF2-40B4-BE49-F238E27FC236}">
                <a16:creationId xmlns:a16="http://schemas.microsoft.com/office/drawing/2014/main" id="{775E4DFD-924F-3242-5C55-5300D8F6F843}"/>
              </a:ext>
            </a:extLst>
          </p:cNvPr>
          <p:cNvGrpSpPr/>
          <p:nvPr/>
        </p:nvGrpSpPr>
        <p:grpSpPr>
          <a:xfrm>
            <a:off x="-264102" y="917460"/>
            <a:ext cx="562071" cy="3739403"/>
            <a:chOff x="-274986" y="1188204"/>
            <a:chExt cx="562071" cy="3739403"/>
          </a:xfrm>
        </p:grpSpPr>
        <p:sp>
          <p:nvSpPr>
            <p:cNvPr id="25" name="Sun 24">
              <a:extLst>
                <a:ext uri="{FF2B5EF4-FFF2-40B4-BE49-F238E27FC236}">
                  <a16:creationId xmlns:a16="http://schemas.microsoft.com/office/drawing/2014/main" id="{206F9557-4E1D-96D4-7218-B42F835FF4F3}"/>
                </a:ext>
              </a:extLst>
            </p:cNvPr>
            <p:cNvSpPr/>
            <p:nvPr/>
          </p:nvSpPr>
          <p:spPr>
            <a:xfrm>
              <a:off x="-272839" y="1188204"/>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6" name="Sun 25">
              <a:extLst>
                <a:ext uri="{FF2B5EF4-FFF2-40B4-BE49-F238E27FC236}">
                  <a16:creationId xmlns:a16="http://schemas.microsoft.com/office/drawing/2014/main" id="{47927E06-76BB-D5EC-4D1D-BA67E01AB56B}"/>
                </a:ext>
              </a:extLst>
            </p:cNvPr>
            <p:cNvSpPr/>
            <p:nvPr/>
          </p:nvSpPr>
          <p:spPr>
            <a:xfrm>
              <a:off x="-272838" y="183216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7" name="Sun 26">
              <a:extLst>
                <a:ext uri="{FF2B5EF4-FFF2-40B4-BE49-F238E27FC236}">
                  <a16:creationId xmlns:a16="http://schemas.microsoft.com/office/drawing/2014/main" id="{D3AC61BA-DCA4-9D0F-F20A-9A7933F327FD}"/>
                </a:ext>
              </a:extLst>
            </p:cNvPr>
            <p:cNvSpPr/>
            <p:nvPr/>
          </p:nvSpPr>
          <p:spPr>
            <a:xfrm>
              <a:off x="-274986" y="2463237"/>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8" name="Sun 27">
              <a:extLst>
                <a:ext uri="{FF2B5EF4-FFF2-40B4-BE49-F238E27FC236}">
                  <a16:creationId xmlns:a16="http://schemas.microsoft.com/office/drawing/2014/main" id="{3AB4F342-7509-7F86-01B6-9147F51449BE}"/>
                </a:ext>
              </a:extLst>
            </p:cNvPr>
            <p:cNvSpPr/>
            <p:nvPr/>
          </p:nvSpPr>
          <p:spPr>
            <a:xfrm>
              <a:off x="-274986" y="3107196"/>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29" name="Sun 28">
              <a:extLst>
                <a:ext uri="{FF2B5EF4-FFF2-40B4-BE49-F238E27FC236}">
                  <a16:creationId xmlns:a16="http://schemas.microsoft.com/office/drawing/2014/main" id="{E508B18C-CB39-4A7F-4414-C384CCBB1C20}"/>
                </a:ext>
              </a:extLst>
            </p:cNvPr>
            <p:cNvSpPr/>
            <p:nvPr/>
          </p:nvSpPr>
          <p:spPr>
            <a:xfrm>
              <a:off x="-274986" y="3747943"/>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sp>
          <p:nvSpPr>
            <p:cNvPr id="30" name="Sun 29">
              <a:extLst>
                <a:ext uri="{FF2B5EF4-FFF2-40B4-BE49-F238E27FC236}">
                  <a16:creationId xmlns:a16="http://schemas.microsoft.com/office/drawing/2014/main" id="{81E23968-B886-E6A1-3516-CECE53979875}"/>
                </a:ext>
              </a:extLst>
            </p:cNvPr>
            <p:cNvSpPr/>
            <p:nvPr/>
          </p:nvSpPr>
          <p:spPr>
            <a:xfrm>
              <a:off x="-274986" y="4388690"/>
              <a:ext cx="559923" cy="538917"/>
            </a:xfrm>
            <a:prstGeom prst="su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dirty="0"/>
            </a:p>
          </p:txBody>
        </p:sp>
      </p:grpSp>
    </p:spTree>
    <p:extLst>
      <p:ext uri="{BB962C8B-B14F-4D97-AF65-F5344CB8AC3E}">
        <p14:creationId xmlns:p14="http://schemas.microsoft.com/office/powerpoint/2010/main" val="202748189"/>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ordered Title Card Inverted Triangles">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EFAE93FE-BA28-E72E-B2C8-96C6D7B51B8E}"/>
              </a:ext>
            </a:extLst>
          </p:cNvPr>
          <p:cNvGrpSpPr/>
          <p:nvPr/>
        </p:nvGrpSpPr>
        <p:grpSpPr>
          <a:xfrm>
            <a:off x="-310353" y="934410"/>
            <a:ext cx="654574" cy="3707648"/>
            <a:chOff x="-334760" y="912619"/>
            <a:chExt cx="654574" cy="3707648"/>
          </a:xfrm>
        </p:grpSpPr>
        <p:sp>
          <p:nvSpPr>
            <p:cNvPr id="20" name="Triangle 3">
              <a:extLst>
                <a:ext uri="{FF2B5EF4-FFF2-40B4-BE49-F238E27FC236}">
                  <a16:creationId xmlns:a16="http://schemas.microsoft.com/office/drawing/2014/main" id="{B7099ABF-BACD-66CD-189D-C1E90060EAEC}"/>
                </a:ext>
              </a:extLst>
            </p:cNvPr>
            <p:cNvSpPr/>
            <p:nvPr/>
          </p:nvSpPr>
          <p:spPr>
            <a:xfrm rot="10800000">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1" name="Triangle 25">
              <a:extLst>
                <a:ext uri="{FF2B5EF4-FFF2-40B4-BE49-F238E27FC236}">
                  <a16:creationId xmlns:a16="http://schemas.microsoft.com/office/drawing/2014/main" id="{6327ABA0-8198-A73D-6B41-E8B3527AAE6E}"/>
                </a:ext>
              </a:extLst>
            </p:cNvPr>
            <p:cNvSpPr/>
            <p:nvPr/>
          </p:nvSpPr>
          <p:spPr>
            <a:xfrm rot="10800000">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2" name="Triangle 26">
              <a:extLst>
                <a:ext uri="{FF2B5EF4-FFF2-40B4-BE49-F238E27FC236}">
                  <a16:creationId xmlns:a16="http://schemas.microsoft.com/office/drawing/2014/main" id="{82C76CB7-DEAE-78B2-FCCF-B8FD45C85278}"/>
                </a:ext>
              </a:extLst>
            </p:cNvPr>
            <p:cNvSpPr/>
            <p:nvPr/>
          </p:nvSpPr>
          <p:spPr>
            <a:xfrm rot="10800000">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3" name="Triangle 27">
              <a:extLst>
                <a:ext uri="{FF2B5EF4-FFF2-40B4-BE49-F238E27FC236}">
                  <a16:creationId xmlns:a16="http://schemas.microsoft.com/office/drawing/2014/main" id="{285FF260-BFAB-FA45-6111-BFBA46D7B134}"/>
                </a:ext>
              </a:extLst>
            </p:cNvPr>
            <p:cNvSpPr/>
            <p:nvPr/>
          </p:nvSpPr>
          <p:spPr>
            <a:xfrm rot="10800000">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4" name="Triangle 28">
              <a:extLst>
                <a:ext uri="{FF2B5EF4-FFF2-40B4-BE49-F238E27FC236}">
                  <a16:creationId xmlns:a16="http://schemas.microsoft.com/office/drawing/2014/main" id="{85D3A30E-805D-05F5-0BAB-549D133A8859}"/>
                </a:ext>
              </a:extLst>
            </p:cNvPr>
            <p:cNvSpPr/>
            <p:nvPr/>
          </p:nvSpPr>
          <p:spPr>
            <a:xfrm rot="10800000">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5" name="Triangle 29">
              <a:extLst>
                <a:ext uri="{FF2B5EF4-FFF2-40B4-BE49-F238E27FC236}">
                  <a16:creationId xmlns:a16="http://schemas.microsoft.com/office/drawing/2014/main" id="{B0EBA65A-C541-37D8-B776-818D98A043A7}"/>
                </a:ext>
              </a:extLst>
            </p:cNvPr>
            <p:cNvSpPr/>
            <p:nvPr/>
          </p:nvSpPr>
          <p:spPr>
            <a:xfrm rot="10800000">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26" name="Group 25">
            <a:extLst>
              <a:ext uri="{FF2B5EF4-FFF2-40B4-BE49-F238E27FC236}">
                <a16:creationId xmlns:a16="http://schemas.microsoft.com/office/drawing/2014/main" id="{C6FB21FA-4E76-E726-7A5D-40D93ADA83BD}"/>
              </a:ext>
            </a:extLst>
          </p:cNvPr>
          <p:cNvGrpSpPr/>
          <p:nvPr/>
        </p:nvGrpSpPr>
        <p:grpSpPr>
          <a:xfrm>
            <a:off x="7431354" y="934409"/>
            <a:ext cx="654574" cy="3707648"/>
            <a:chOff x="-334760" y="912619"/>
            <a:chExt cx="654574" cy="3707648"/>
          </a:xfrm>
        </p:grpSpPr>
        <p:sp>
          <p:nvSpPr>
            <p:cNvPr id="27" name="Triangle 3">
              <a:extLst>
                <a:ext uri="{FF2B5EF4-FFF2-40B4-BE49-F238E27FC236}">
                  <a16:creationId xmlns:a16="http://schemas.microsoft.com/office/drawing/2014/main" id="{6BA83E5A-E570-0A82-BEC7-0686F6CD9176}"/>
                </a:ext>
              </a:extLst>
            </p:cNvPr>
            <p:cNvSpPr/>
            <p:nvPr/>
          </p:nvSpPr>
          <p:spPr>
            <a:xfrm rot="10800000">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8" name="Triangle 25">
              <a:extLst>
                <a:ext uri="{FF2B5EF4-FFF2-40B4-BE49-F238E27FC236}">
                  <a16:creationId xmlns:a16="http://schemas.microsoft.com/office/drawing/2014/main" id="{4FF182E4-CB92-07FD-DC09-48A81F27AF37}"/>
                </a:ext>
              </a:extLst>
            </p:cNvPr>
            <p:cNvSpPr/>
            <p:nvPr/>
          </p:nvSpPr>
          <p:spPr>
            <a:xfrm rot="10800000">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29" name="Triangle 26">
              <a:extLst>
                <a:ext uri="{FF2B5EF4-FFF2-40B4-BE49-F238E27FC236}">
                  <a16:creationId xmlns:a16="http://schemas.microsoft.com/office/drawing/2014/main" id="{506D5B7A-BAEB-FFAD-DACA-9F550C7E9248}"/>
                </a:ext>
              </a:extLst>
            </p:cNvPr>
            <p:cNvSpPr/>
            <p:nvPr/>
          </p:nvSpPr>
          <p:spPr>
            <a:xfrm rot="10800000">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0" name="Triangle 27">
              <a:extLst>
                <a:ext uri="{FF2B5EF4-FFF2-40B4-BE49-F238E27FC236}">
                  <a16:creationId xmlns:a16="http://schemas.microsoft.com/office/drawing/2014/main" id="{3CC24DEF-8EEA-890F-3CD0-CA6F23856D3D}"/>
                </a:ext>
              </a:extLst>
            </p:cNvPr>
            <p:cNvSpPr/>
            <p:nvPr/>
          </p:nvSpPr>
          <p:spPr>
            <a:xfrm rot="10800000">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1" name="Triangle 28">
              <a:extLst>
                <a:ext uri="{FF2B5EF4-FFF2-40B4-BE49-F238E27FC236}">
                  <a16:creationId xmlns:a16="http://schemas.microsoft.com/office/drawing/2014/main" id="{E887FAD1-C238-23EB-41B4-4F40DDF86560}"/>
                </a:ext>
              </a:extLst>
            </p:cNvPr>
            <p:cNvSpPr/>
            <p:nvPr/>
          </p:nvSpPr>
          <p:spPr>
            <a:xfrm rot="10800000">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32" name="Triangle 29">
              <a:extLst>
                <a:ext uri="{FF2B5EF4-FFF2-40B4-BE49-F238E27FC236}">
                  <a16:creationId xmlns:a16="http://schemas.microsoft.com/office/drawing/2014/main" id="{20291C11-201C-5A48-4F70-EB42EBA72B74}"/>
                </a:ext>
              </a:extLst>
            </p:cNvPr>
            <p:cNvSpPr/>
            <p:nvPr/>
          </p:nvSpPr>
          <p:spPr>
            <a:xfrm rot="10800000">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
        <p:nvSpPr>
          <p:cNvPr id="33" name="Text Placeholder 22">
            <a:extLst>
              <a:ext uri="{FF2B5EF4-FFF2-40B4-BE49-F238E27FC236}">
                <a16:creationId xmlns:a16="http://schemas.microsoft.com/office/drawing/2014/main" id="{D9A77C94-82F7-FE25-6B27-574431D6C3F5}"/>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grpSp>
        <p:nvGrpSpPr>
          <p:cNvPr id="2" name="Group 1">
            <a:extLst>
              <a:ext uri="{FF2B5EF4-FFF2-40B4-BE49-F238E27FC236}">
                <a16:creationId xmlns:a16="http://schemas.microsoft.com/office/drawing/2014/main" id="{E74679B2-8EAB-224F-1119-6593CAD43E81}"/>
              </a:ext>
            </a:extLst>
          </p:cNvPr>
          <p:cNvGrpSpPr/>
          <p:nvPr/>
        </p:nvGrpSpPr>
        <p:grpSpPr>
          <a:xfrm>
            <a:off x="-310353" y="934410"/>
            <a:ext cx="654574" cy="3707648"/>
            <a:chOff x="-334760" y="912619"/>
            <a:chExt cx="654574" cy="3707648"/>
          </a:xfrm>
        </p:grpSpPr>
        <p:sp>
          <p:nvSpPr>
            <p:cNvPr id="3" name="Triangle 3">
              <a:extLst>
                <a:ext uri="{FF2B5EF4-FFF2-40B4-BE49-F238E27FC236}">
                  <a16:creationId xmlns:a16="http://schemas.microsoft.com/office/drawing/2014/main" id="{208EEAA4-D662-E524-E36F-8D5063945A3A}"/>
                </a:ext>
              </a:extLst>
            </p:cNvPr>
            <p:cNvSpPr/>
            <p:nvPr/>
          </p:nvSpPr>
          <p:spPr>
            <a:xfrm rot="10800000">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4" name="Triangle 25">
              <a:extLst>
                <a:ext uri="{FF2B5EF4-FFF2-40B4-BE49-F238E27FC236}">
                  <a16:creationId xmlns:a16="http://schemas.microsoft.com/office/drawing/2014/main" id="{9C365D78-A413-C70A-F824-1E9851CA66EE}"/>
                </a:ext>
              </a:extLst>
            </p:cNvPr>
            <p:cNvSpPr/>
            <p:nvPr/>
          </p:nvSpPr>
          <p:spPr>
            <a:xfrm rot="10800000">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5" name="Triangle 26">
              <a:extLst>
                <a:ext uri="{FF2B5EF4-FFF2-40B4-BE49-F238E27FC236}">
                  <a16:creationId xmlns:a16="http://schemas.microsoft.com/office/drawing/2014/main" id="{4503D7B2-4994-A25B-0AE0-C6A914718F15}"/>
                </a:ext>
              </a:extLst>
            </p:cNvPr>
            <p:cNvSpPr/>
            <p:nvPr/>
          </p:nvSpPr>
          <p:spPr>
            <a:xfrm rot="10800000">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6" name="Triangle 27">
              <a:extLst>
                <a:ext uri="{FF2B5EF4-FFF2-40B4-BE49-F238E27FC236}">
                  <a16:creationId xmlns:a16="http://schemas.microsoft.com/office/drawing/2014/main" id="{2B5A0EB9-A3FC-246E-0122-9188DA9A8C0E}"/>
                </a:ext>
              </a:extLst>
            </p:cNvPr>
            <p:cNvSpPr/>
            <p:nvPr/>
          </p:nvSpPr>
          <p:spPr>
            <a:xfrm rot="10800000">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7" name="Triangle 28">
              <a:extLst>
                <a:ext uri="{FF2B5EF4-FFF2-40B4-BE49-F238E27FC236}">
                  <a16:creationId xmlns:a16="http://schemas.microsoft.com/office/drawing/2014/main" id="{A75EA991-6BF9-0376-81CA-907D6DEEC69E}"/>
                </a:ext>
              </a:extLst>
            </p:cNvPr>
            <p:cNvSpPr/>
            <p:nvPr/>
          </p:nvSpPr>
          <p:spPr>
            <a:xfrm rot="10800000">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8" name="Triangle 29">
              <a:extLst>
                <a:ext uri="{FF2B5EF4-FFF2-40B4-BE49-F238E27FC236}">
                  <a16:creationId xmlns:a16="http://schemas.microsoft.com/office/drawing/2014/main" id="{B01AA91D-6A6E-C484-B0D8-FC6F8187917C}"/>
                </a:ext>
              </a:extLst>
            </p:cNvPr>
            <p:cNvSpPr/>
            <p:nvPr/>
          </p:nvSpPr>
          <p:spPr>
            <a:xfrm rot="10800000">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grpSp>
        <p:nvGrpSpPr>
          <p:cNvPr id="9" name="Group 8">
            <a:extLst>
              <a:ext uri="{FF2B5EF4-FFF2-40B4-BE49-F238E27FC236}">
                <a16:creationId xmlns:a16="http://schemas.microsoft.com/office/drawing/2014/main" id="{CE64DC4B-F528-636B-96BA-132EA0D4647C}"/>
              </a:ext>
            </a:extLst>
          </p:cNvPr>
          <p:cNvGrpSpPr/>
          <p:nvPr/>
        </p:nvGrpSpPr>
        <p:grpSpPr>
          <a:xfrm>
            <a:off x="7431354" y="934409"/>
            <a:ext cx="654574" cy="3707648"/>
            <a:chOff x="-334760" y="912619"/>
            <a:chExt cx="654574" cy="3707648"/>
          </a:xfrm>
        </p:grpSpPr>
        <p:sp>
          <p:nvSpPr>
            <p:cNvPr id="10" name="Triangle 3">
              <a:extLst>
                <a:ext uri="{FF2B5EF4-FFF2-40B4-BE49-F238E27FC236}">
                  <a16:creationId xmlns:a16="http://schemas.microsoft.com/office/drawing/2014/main" id="{3968C15E-F63A-9471-CD5D-310A6A14A24B}"/>
                </a:ext>
              </a:extLst>
            </p:cNvPr>
            <p:cNvSpPr/>
            <p:nvPr/>
          </p:nvSpPr>
          <p:spPr>
            <a:xfrm rot="10800000">
              <a:off x="-319816" y="91261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1" name="Triangle 25">
              <a:extLst>
                <a:ext uri="{FF2B5EF4-FFF2-40B4-BE49-F238E27FC236}">
                  <a16:creationId xmlns:a16="http://schemas.microsoft.com/office/drawing/2014/main" id="{00A06B46-C9C7-49EB-1F80-959EBAFCAB5F}"/>
                </a:ext>
              </a:extLst>
            </p:cNvPr>
            <p:cNvSpPr/>
            <p:nvPr/>
          </p:nvSpPr>
          <p:spPr>
            <a:xfrm rot="10800000">
              <a:off x="-319816" y="1555569"/>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2" name="Triangle 26">
              <a:extLst>
                <a:ext uri="{FF2B5EF4-FFF2-40B4-BE49-F238E27FC236}">
                  <a16:creationId xmlns:a16="http://schemas.microsoft.com/office/drawing/2014/main" id="{41295F3A-D8AD-AF2E-B2FF-A34543687BEB}"/>
                </a:ext>
              </a:extLst>
            </p:cNvPr>
            <p:cNvSpPr/>
            <p:nvPr/>
          </p:nvSpPr>
          <p:spPr>
            <a:xfrm rot="10800000">
              <a:off x="-334760" y="219852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3" name="Triangle 27">
              <a:extLst>
                <a:ext uri="{FF2B5EF4-FFF2-40B4-BE49-F238E27FC236}">
                  <a16:creationId xmlns:a16="http://schemas.microsoft.com/office/drawing/2014/main" id="{21C739F5-E66F-618D-1224-F5EF62CCC0B7}"/>
                </a:ext>
              </a:extLst>
            </p:cNvPr>
            <p:cNvSpPr/>
            <p:nvPr/>
          </p:nvSpPr>
          <p:spPr>
            <a:xfrm rot="10800000">
              <a:off x="-334760" y="2841470"/>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4" name="Triangle 28">
              <a:extLst>
                <a:ext uri="{FF2B5EF4-FFF2-40B4-BE49-F238E27FC236}">
                  <a16:creationId xmlns:a16="http://schemas.microsoft.com/office/drawing/2014/main" id="{9DF8D2FB-8ED8-20E6-1EA4-9310B7E3770D}"/>
                </a:ext>
              </a:extLst>
            </p:cNvPr>
            <p:cNvSpPr/>
            <p:nvPr/>
          </p:nvSpPr>
          <p:spPr>
            <a:xfrm rot="10800000">
              <a:off x="-319816" y="348306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sp>
          <p:nvSpPr>
            <p:cNvPr id="15" name="Triangle 29">
              <a:extLst>
                <a:ext uri="{FF2B5EF4-FFF2-40B4-BE49-F238E27FC236}">
                  <a16:creationId xmlns:a16="http://schemas.microsoft.com/office/drawing/2014/main" id="{CA0BB4E4-E025-5A67-CC6B-226FF357E66F}"/>
                </a:ext>
              </a:extLst>
            </p:cNvPr>
            <p:cNvSpPr/>
            <p:nvPr/>
          </p:nvSpPr>
          <p:spPr>
            <a:xfrm rot="10800000">
              <a:off x="-319816" y="4126013"/>
              <a:ext cx="639630" cy="494254"/>
            </a:xfrm>
            <a:prstGeom prst="triangle">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913"/>
            </a:p>
          </p:txBody>
        </p:sp>
      </p:grpSp>
    </p:spTree>
    <p:extLst>
      <p:ext uri="{BB962C8B-B14F-4D97-AF65-F5344CB8AC3E}">
        <p14:creationId xmlns:p14="http://schemas.microsoft.com/office/powerpoint/2010/main" val="366518989"/>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Bordered Title Car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3B9313AD-B5AF-1E1A-ED67-CBB5E3558278}"/>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spTree>
    <p:extLst>
      <p:ext uri="{BB962C8B-B14F-4D97-AF65-F5344CB8AC3E}">
        <p14:creationId xmlns:p14="http://schemas.microsoft.com/office/powerpoint/2010/main" val="540541694"/>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2_Bordered Title Car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3B9313AD-B5AF-1E1A-ED67-CBB5E3558278}"/>
              </a:ext>
            </a:extLst>
          </p:cNvPr>
          <p:cNvSpPr>
            <a:spLocks noGrp="1"/>
          </p:cNvSpPr>
          <p:nvPr>
            <p:ph type="body" sz="quarter" idx="13" hasCustomPrompt="1"/>
          </p:nvPr>
        </p:nvSpPr>
        <p:spPr>
          <a:xfrm>
            <a:off x="627063" y="617538"/>
            <a:ext cx="6535737" cy="4335462"/>
          </a:xfrm>
          <a:prstGeom prst="rect">
            <a:avLst/>
          </a:prstGeom>
        </p:spPr>
        <p:txBody>
          <a:bodyPr tIns="144000" anchor="ctr"/>
          <a:lstStyle>
            <a:lvl1pPr marL="0" indent="0" algn="ctr">
              <a:buNone/>
              <a:defRPr sz="8200">
                <a:latin typeface="American Captain" pitchFamily="2" charset="77"/>
              </a:defRPr>
            </a:lvl1pPr>
          </a:lstStyle>
          <a:p>
            <a:pPr lvl="0"/>
            <a:r>
              <a:rPr lang="en-NL" dirty="0"/>
              <a:t>CARD TITLE</a:t>
            </a:r>
          </a:p>
        </p:txBody>
      </p:sp>
    </p:spTree>
    <p:extLst>
      <p:ext uri="{BB962C8B-B14F-4D97-AF65-F5344CB8AC3E}">
        <p14:creationId xmlns:p14="http://schemas.microsoft.com/office/powerpoint/2010/main" val="2348189224"/>
      </p:ext>
    </p:extLst>
  </p:cSld>
  <p:clrMapOvr>
    <a:masterClrMapping/>
  </p:clrMapOvr>
  <p:extLst>
    <p:ext uri="{DCECCB84-F9BA-43D5-87BE-67443E8EF086}">
      <p15:sldGuideLst xmlns:p15="http://schemas.microsoft.com/office/powerpoint/2012/main">
        <p15:guide id="1" pos="2449">
          <p15:clr>
            <a:srgbClr val="FBAE40"/>
          </p15:clr>
        </p15:guide>
        <p15:guide id="2" orient="horz" pos="174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6.xml"/><Relationship Id="rId5" Type="http://schemas.openxmlformats.org/officeDocument/2006/relationships/image" Target="../media/image3.png"/><Relationship Id="rId4" Type="http://schemas.openxmlformats.org/officeDocument/2006/relationships/image" Target="../media/image2.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image" Target="../media/image3.png"/><Relationship Id="rId3" Type="http://schemas.openxmlformats.org/officeDocument/2006/relationships/slideLayout" Target="../slideLayouts/slideLayout19.xml"/><Relationship Id="rId21" Type="http://schemas.openxmlformats.org/officeDocument/2006/relationships/slideLayout" Target="../slideLayouts/slideLayout37.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theme" Target="../theme/theme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3.xml"/><Relationship Id="rId2" Type="http://schemas.openxmlformats.org/officeDocument/2006/relationships/slideLayout" Target="../slideLayouts/slideLayout42.xml"/><Relationship Id="rId1" Type="http://schemas.openxmlformats.org/officeDocument/2006/relationships/slideLayout" Target="../slideLayouts/slideLayout41.xml"/><Relationship Id="rId5" Type="http://schemas.openxmlformats.org/officeDocument/2006/relationships/image" Target="../media/image3.png"/><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image" Target="../media/image2.jpg"/><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image" Target="../media/image1.png"/><Relationship Id="rId2" Type="http://schemas.openxmlformats.org/officeDocument/2006/relationships/slideLayout" Target="../slideLayouts/slideLayout45.xml"/><Relationship Id="rId16" Type="http://schemas.openxmlformats.org/officeDocument/2006/relationships/theme" Target="../theme/theme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AAB1E8B-F2F3-CC2F-D374-8937687E7EC8}"/>
              </a:ext>
            </a:extLst>
          </p:cNvPr>
          <p:cNvSpPr/>
          <p:nvPr/>
        </p:nvSpPr>
        <p:spPr>
          <a:xfrm>
            <a:off x="511508" y="495773"/>
            <a:ext cx="6748606" cy="4552006"/>
          </a:xfrm>
          <a:prstGeom prst="rect">
            <a:avLst/>
          </a:prstGeom>
          <a:blipFill>
            <a:blip r:embed="rId18"/>
            <a:stretch>
              <a:fillRect/>
            </a:stretch>
          </a:blip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NL" sz="9875">
              <a:latin typeface="Marvel" pitchFamily="2" charset="0"/>
            </a:endParaRPr>
          </a:p>
        </p:txBody>
      </p:sp>
      <p:sp>
        <p:nvSpPr>
          <p:cNvPr id="5" name="Footer Placeholder 4">
            <a:extLst>
              <a:ext uri="{FF2B5EF4-FFF2-40B4-BE49-F238E27FC236}">
                <a16:creationId xmlns:a16="http://schemas.microsoft.com/office/drawing/2014/main" id="{7F36BB27-8FC7-002E-E4AB-B43A8DBEDDBA}"/>
              </a:ext>
            </a:extLst>
          </p:cNvPr>
          <p:cNvSpPr>
            <a:spLocks noGrp="1"/>
          </p:cNvSpPr>
          <p:nvPr>
            <p:ph type="ftr" sz="quarter" idx="3"/>
          </p:nvPr>
        </p:nvSpPr>
        <p:spPr>
          <a:xfrm>
            <a:off x="5334000" y="4543279"/>
            <a:ext cx="1701158" cy="293687"/>
          </a:xfrm>
          <a:prstGeom prst="rect">
            <a:avLst/>
          </a:prstGeom>
        </p:spPr>
        <p:txBody>
          <a:bodyPr vert="horz" lIns="91440" tIns="45720" rIns="91440" bIns="45720" rtlCol="0" anchor="ctr"/>
          <a:lstStyle>
            <a:lvl1pPr algn="r">
              <a:defRPr sz="1000" b="0" i="0">
                <a:solidFill>
                  <a:schemeClr val="tx1"/>
                </a:solidFill>
                <a:latin typeface="American Captain" pitchFamily="2" charset="77"/>
              </a:defRPr>
            </a:lvl1pPr>
          </a:lstStyle>
          <a:p>
            <a:r>
              <a:rPr lang="en-GB"/>
              <a:t>V 1.0.0</a:t>
            </a:r>
            <a:endParaRPr lang="en-NL" dirty="0"/>
          </a:p>
        </p:txBody>
      </p:sp>
      <p:sp>
        <p:nvSpPr>
          <p:cNvPr id="2" name="Rectangle 1">
            <a:extLst>
              <a:ext uri="{FF2B5EF4-FFF2-40B4-BE49-F238E27FC236}">
                <a16:creationId xmlns:a16="http://schemas.microsoft.com/office/drawing/2014/main" id="{8653C070-03F0-0F77-0B09-1A99726A1229}"/>
              </a:ext>
            </a:extLst>
          </p:cNvPr>
          <p:cNvSpPr/>
          <p:nvPr/>
        </p:nvSpPr>
        <p:spPr>
          <a:xfrm>
            <a:off x="511508" y="495773"/>
            <a:ext cx="6748606" cy="4552006"/>
          </a:xfrm>
          <a:prstGeom prst="rect">
            <a:avLst/>
          </a:prstGeom>
          <a:blipFill>
            <a:blip r:embed="rId18"/>
            <a:stretch>
              <a:fillRect/>
            </a:stretch>
          </a:blip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NL" sz="9875">
              <a:latin typeface="Marvel" pitchFamily="2" charset="0"/>
            </a:endParaRPr>
          </a:p>
        </p:txBody>
      </p:sp>
    </p:spTree>
    <p:extLst>
      <p:ext uri="{BB962C8B-B14F-4D97-AF65-F5344CB8AC3E}">
        <p14:creationId xmlns:p14="http://schemas.microsoft.com/office/powerpoint/2010/main" val="1483906179"/>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46">
          <p15:clr>
            <a:srgbClr val="F26B43"/>
          </p15:clr>
        </p15:guide>
        <p15:guide id="2" pos="244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6CB57DCA-D0DE-1A91-9FB2-DA2E668E3D61}"/>
              </a:ext>
            </a:extLst>
          </p:cNvPr>
          <p:cNvSpPr/>
          <p:nvPr/>
        </p:nvSpPr>
        <p:spPr>
          <a:xfrm>
            <a:off x="3888000" y="1"/>
            <a:ext cx="3888000" cy="5543550"/>
          </a:xfrm>
          <a:prstGeom prst="roundRect">
            <a:avLst>
              <a:gd name="adj" fmla="val 0"/>
            </a:avLst>
          </a:prstGeom>
          <a:blipFill>
            <a:blip r:embed="rId4"/>
            <a:stretch>
              <a:fillRect l="-100006" r="24"/>
            </a:stretch>
          </a:blip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sz="1148"/>
          </a:p>
        </p:txBody>
      </p:sp>
      <p:pic>
        <p:nvPicPr>
          <p:cNvPr id="11" name="Picture 10" descr="A picture containing food, drawing&#10;&#10;Description automatically generated">
            <a:extLst>
              <a:ext uri="{FF2B5EF4-FFF2-40B4-BE49-F238E27FC236}">
                <a16:creationId xmlns:a16="http://schemas.microsoft.com/office/drawing/2014/main" id="{CCF4C305-8833-F8F5-679F-D9A8A77F22EB}"/>
              </a:ext>
            </a:extLst>
          </p:cNvPr>
          <p:cNvPicPr>
            <a:picLocks noChangeAspect="1"/>
          </p:cNvPicPr>
          <p:nvPr/>
        </p:nvPicPr>
        <p:blipFill>
          <a:blip r:embed="rId5"/>
          <a:stretch>
            <a:fillRect/>
          </a:stretch>
        </p:blipFill>
        <p:spPr>
          <a:xfrm>
            <a:off x="4685776" y="-301473"/>
            <a:ext cx="2333389" cy="2576711"/>
          </a:xfrm>
          <a:prstGeom prst="rect">
            <a:avLst/>
          </a:prstGeom>
        </p:spPr>
      </p:pic>
    </p:spTree>
    <p:extLst>
      <p:ext uri="{BB962C8B-B14F-4D97-AF65-F5344CB8AC3E}">
        <p14:creationId xmlns:p14="http://schemas.microsoft.com/office/powerpoint/2010/main" val="2450215900"/>
      </p:ext>
    </p:extLst>
  </p:cSld>
  <p:clrMap bg1="lt1" tx1="dk1" bg2="lt2" tx2="dk2" accent1="accent1" accent2="accent2" accent3="accent3" accent4="accent4" accent5="accent5" accent6="accent6" hlink="hlink" folHlink="folHlink"/>
  <p:sldLayoutIdLst>
    <p:sldLayoutId id="2147483732"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7EC7357D-D4D9-63CC-AE83-C4E82524BDB2}"/>
              </a:ext>
            </a:extLst>
          </p:cNvPr>
          <p:cNvPicPr>
            <a:picLocks noChangeAspect="1"/>
          </p:cNvPicPr>
          <p:nvPr/>
        </p:nvPicPr>
        <p:blipFill rotWithShape="1">
          <a:blip r:embed="rId26"/>
          <a:srcRect l="9786" t="25471" r="19821" b="29132"/>
          <a:stretch/>
        </p:blipFill>
        <p:spPr>
          <a:xfrm>
            <a:off x="6168224" y="352394"/>
            <a:ext cx="1214285" cy="783118"/>
          </a:xfrm>
          <a:prstGeom prst="rect">
            <a:avLst/>
          </a:prstGeom>
        </p:spPr>
      </p:pic>
    </p:spTree>
    <p:extLst>
      <p:ext uri="{BB962C8B-B14F-4D97-AF65-F5344CB8AC3E}">
        <p14:creationId xmlns:p14="http://schemas.microsoft.com/office/powerpoint/2010/main" val="289967154"/>
      </p:ext>
    </p:extLst>
  </p:cSld>
  <p:clrMap bg1="lt1" tx1="dk1" bg2="lt2" tx2="dk2" accent1="accent1" accent2="accent2" accent3="accent3" accent4="accent4" accent5="accent5" accent6="accent6" hlink="hlink" folHlink="folHlink"/>
  <p:sldLayoutIdLst>
    <p:sldLayoutId id="2147483734" r:id="rId1"/>
    <p:sldLayoutId id="2147483754" r:id="rId2"/>
    <p:sldLayoutId id="2147483735" r:id="rId3"/>
    <p:sldLayoutId id="2147483736" r:id="rId4"/>
    <p:sldLayoutId id="2147483737" r:id="rId5"/>
    <p:sldLayoutId id="2147483738" r:id="rId6"/>
    <p:sldLayoutId id="2147483739" r:id="rId7"/>
    <p:sldLayoutId id="2147483740" r:id="rId8"/>
    <p:sldLayoutId id="2147483773" r:id="rId9"/>
    <p:sldLayoutId id="2147483779" r:id="rId10"/>
    <p:sldLayoutId id="2147483775" r:id="rId11"/>
    <p:sldLayoutId id="2147483778" r:id="rId12"/>
    <p:sldLayoutId id="2147483777" r:id="rId13"/>
    <p:sldLayoutId id="2147483776" r:id="rId14"/>
    <p:sldLayoutId id="2147483774" r:id="rId15"/>
    <p:sldLayoutId id="2147483751" r:id="rId16"/>
    <p:sldLayoutId id="2147483752" r:id="rId17"/>
    <p:sldLayoutId id="2147483741" r:id="rId18"/>
    <p:sldLayoutId id="2147483750" r:id="rId19"/>
    <p:sldLayoutId id="2147483742" r:id="rId20"/>
    <p:sldLayoutId id="2147483753" r:id="rId21"/>
    <p:sldLayoutId id="2147483770" r:id="rId22"/>
    <p:sldLayoutId id="2147483771" r:id="rId23"/>
    <p:sldLayoutId id="2147483796" r:id="rId24"/>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7EC7357D-D4D9-63CC-AE83-C4E82524BDB2}"/>
              </a:ext>
            </a:extLst>
          </p:cNvPr>
          <p:cNvPicPr>
            <a:picLocks noChangeAspect="1"/>
          </p:cNvPicPr>
          <p:nvPr/>
        </p:nvPicPr>
        <p:blipFill rotWithShape="1">
          <a:blip r:embed="rId5"/>
          <a:srcRect l="9786" t="25471" r="19821" b="29132"/>
          <a:stretch/>
        </p:blipFill>
        <p:spPr>
          <a:xfrm>
            <a:off x="6168224" y="352394"/>
            <a:ext cx="1214285" cy="783118"/>
          </a:xfrm>
          <a:prstGeom prst="rect">
            <a:avLst/>
          </a:prstGeom>
        </p:spPr>
      </p:pic>
      <p:sp>
        <p:nvSpPr>
          <p:cNvPr id="2" name="TextBox 6">
            <a:extLst>
              <a:ext uri="{FF2B5EF4-FFF2-40B4-BE49-F238E27FC236}">
                <a16:creationId xmlns:a16="http://schemas.microsoft.com/office/drawing/2014/main" id="{26DE19D7-BBF9-4B65-4C72-6D3CDB32CA35}"/>
              </a:ext>
            </a:extLst>
          </p:cNvPr>
          <p:cNvSpPr txBox="1"/>
          <p:nvPr/>
        </p:nvSpPr>
        <p:spPr>
          <a:xfrm>
            <a:off x="1549595" y="4425262"/>
            <a:ext cx="4690661" cy="523220"/>
          </a:xfrm>
          <a:prstGeom prst="rect">
            <a:avLst/>
          </a:prstGeom>
          <a:noFill/>
        </p:spPr>
        <p:txBody>
          <a:bodyPr wrap="square" rtlCol="0">
            <a:spAutoFit/>
          </a:bodyPr>
          <a:lstStyle/>
          <a:p>
            <a:pPr algn="ctr"/>
            <a:r>
              <a:rPr lang="en-GB" sz="2800" dirty="0">
                <a:solidFill>
                  <a:sysClr val="windowText" lastClr="000000"/>
                </a:solidFill>
                <a:latin typeface="American Captain" pitchFamily="2" charset="77"/>
              </a:rPr>
              <a:t>Name Game (replace in template)</a:t>
            </a:r>
            <a:endParaRPr lang="en-NL" sz="2800" dirty="0">
              <a:solidFill>
                <a:sysClr val="windowText" lastClr="000000"/>
              </a:solidFill>
              <a:latin typeface="American Captain" pitchFamily="2" charset="77"/>
            </a:endParaRPr>
          </a:p>
        </p:txBody>
      </p:sp>
    </p:spTree>
    <p:extLst>
      <p:ext uri="{BB962C8B-B14F-4D97-AF65-F5344CB8AC3E}">
        <p14:creationId xmlns:p14="http://schemas.microsoft.com/office/powerpoint/2010/main" val="4092967773"/>
      </p:ext>
    </p:extLst>
  </p:cSld>
  <p:clrMap bg1="lt1" tx1="dk1" bg2="lt2" tx2="dk2" accent1="accent1" accent2="accent2" accent3="accent3" accent4="accent4" accent5="accent5" accent6="accent6" hlink="hlink" folHlink="folHlink"/>
  <p:sldLayoutIdLst>
    <p:sldLayoutId id="2147483765" r:id="rId1"/>
    <p:sldLayoutId id="2147483772" r:id="rId2"/>
    <p:sldLayoutId id="2147483767"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AAB1E8B-F2F3-CC2F-D374-8937687E7EC8}"/>
              </a:ext>
            </a:extLst>
          </p:cNvPr>
          <p:cNvSpPr/>
          <p:nvPr/>
        </p:nvSpPr>
        <p:spPr>
          <a:xfrm>
            <a:off x="511508" y="495773"/>
            <a:ext cx="6748606" cy="4552006"/>
          </a:xfrm>
          <a:prstGeom prst="rect">
            <a:avLst/>
          </a:prstGeom>
          <a:blipFill>
            <a:blip r:embed="rId18"/>
            <a:stretch>
              <a:fillRect/>
            </a:stretch>
          </a:blip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NL" sz="9875">
              <a:latin typeface="Marvel" pitchFamily="2" charset="0"/>
            </a:endParaRPr>
          </a:p>
        </p:txBody>
      </p:sp>
      <p:sp>
        <p:nvSpPr>
          <p:cNvPr id="5" name="Footer Placeholder 4">
            <a:extLst>
              <a:ext uri="{FF2B5EF4-FFF2-40B4-BE49-F238E27FC236}">
                <a16:creationId xmlns:a16="http://schemas.microsoft.com/office/drawing/2014/main" id="{7F36BB27-8FC7-002E-E4AB-B43A8DBEDDBA}"/>
              </a:ext>
            </a:extLst>
          </p:cNvPr>
          <p:cNvSpPr>
            <a:spLocks noGrp="1"/>
          </p:cNvSpPr>
          <p:nvPr>
            <p:ph type="ftr" sz="quarter" idx="3"/>
          </p:nvPr>
        </p:nvSpPr>
        <p:spPr>
          <a:xfrm>
            <a:off x="5334000" y="4543279"/>
            <a:ext cx="1701158" cy="293687"/>
          </a:xfrm>
          <a:prstGeom prst="rect">
            <a:avLst/>
          </a:prstGeom>
        </p:spPr>
        <p:txBody>
          <a:bodyPr vert="horz" lIns="91440" tIns="45720" rIns="91440" bIns="45720" rtlCol="0" anchor="ctr"/>
          <a:lstStyle>
            <a:lvl1pPr algn="r">
              <a:defRPr sz="1000" b="0" i="0">
                <a:solidFill>
                  <a:schemeClr val="tx1"/>
                </a:solidFill>
                <a:latin typeface="American Captain" pitchFamily="2" charset="77"/>
              </a:defRPr>
            </a:lvl1pPr>
          </a:lstStyle>
          <a:p>
            <a:r>
              <a:rPr lang="en-GB"/>
              <a:t>V 1.0</a:t>
            </a:r>
            <a:endParaRPr lang="en-NL" dirty="0"/>
          </a:p>
        </p:txBody>
      </p:sp>
      <p:sp>
        <p:nvSpPr>
          <p:cNvPr id="2" name="Rectangle 1">
            <a:extLst>
              <a:ext uri="{FF2B5EF4-FFF2-40B4-BE49-F238E27FC236}">
                <a16:creationId xmlns:a16="http://schemas.microsoft.com/office/drawing/2014/main" id="{8653C070-03F0-0F77-0B09-1A99726A1229}"/>
              </a:ext>
            </a:extLst>
          </p:cNvPr>
          <p:cNvSpPr/>
          <p:nvPr/>
        </p:nvSpPr>
        <p:spPr>
          <a:xfrm>
            <a:off x="511508" y="495773"/>
            <a:ext cx="6748606" cy="4552006"/>
          </a:xfrm>
          <a:prstGeom prst="rect">
            <a:avLst/>
          </a:prstGeom>
          <a:blipFill>
            <a:blip r:embed="rId18"/>
            <a:stretch>
              <a:fillRect/>
            </a:stretch>
          </a:blip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NL" sz="9875">
              <a:latin typeface="Marvel" pitchFamily="2" charset="0"/>
            </a:endParaRPr>
          </a:p>
        </p:txBody>
      </p:sp>
    </p:spTree>
    <p:extLst>
      <p:ext uri="{BB962C8B-B14F-4D97-AF65-F5344CB8AC3E}">
        <p14:creationId xmlns:p14="http://schemas.microsoft.com/office/powerpoint/2010/main" val="404178746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46">
          <p15:clr>
            <a:srgbClr val="F26B43"/>
          </p15:clr>
        </p15:guide>
        <p15:guide id="2" pos="244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46.xml"/><Relationship Id="rId1" Type="http://schemas.openxmlformats.org/officeDocument/2006/relationships/themeOverride" Target="../theme/themeOverride1.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5.png"/><Relationship Id="rId18" Type="http://schemas.openxmlformats.org/officeDocument/2006/relationships/customXml" Target="../ink/ink8.xml"/><Relationship Id="rId3" Type="http://schemas.openxmlformats.org/officeDocument/2006/relationships/image" Target="../media/image12.jpg"/><Relationship Id="rId21" Type="http://schemas.openxmlformats.org/officeDocument/2006/relationships/image" Target="../media/image19.png"/><Relationship Id="rId7" Type="http://schemas.openxmlformats.org/officeDocument/2006/relationships/image" Target="../media/image12.png"/><Relationship Id="rId12" Type="http://schemas.openxmlformats.org/officeDocument/2006/relationships/customXml" Target="../ink/ink5.xml"/><Relationship Id="rId17" Type="http://schemas.openxmlformats.org/officeDocument/2006/relationships/image" Target="../media/image17.png"/><Relationship Id="rId2" Type="http://schemas.openxmlformats.org/officeDocument/2006/relationships/image" Target="../media/image11.png"/><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15.xml"/><Relationship Id="rId6" Type="http://schemas.openxmlformats.org/officeDocument/2006/relationships/customXml" Target="../ink/ink2.xml"/><Relationship Id="rId11" Type="http://schemas.openxmlformats.org/officeDocument/2006/relationships/image" Target="../media/image14.png"/><Relationship Id="rId5" Type="http://schemas.openxmlformats.org/officeDocument/2006/relationships/image" Target="../media/image110.png"/><Relationship Id="rId15" Type="http://schemas.openxmlformats.org/officeDocument/2006/relationships/image" Target="../media/image16.png"/><Relationship Id="rId10" Type="http://schemas.openxmlformats.org/officeDocument/2006/relationships/customXml" Target="../ink/ink4.xml"/><Relationship Id="rId19" Type="http://schemas.openxmlformats.org/officeDocument/2006/relationships/image" Target="../media/image18.png"/><Relationship Id="rId4" Type="http://schemas.openxmlformats.org/officeDocument/2006/relationships/customXml" Target="../ink/ink1.xml"/><Relationship Id="rId9" Type="http://schemas.openxmlformats.org/officeDocument/2006/relationships/image" Target="../media/image13.png"/><Relationship Id="rId14" Type="http://schemas.openxmlformats.org/officeDocument/2006/relationships/customXml" Target="../ink/ink6.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hemeOverride" Target="../theme/themeOverride6.xml"/><Relationship Id="rId4" Type="http://schemas.microsoft.com/office/2007/relationships/hdphoto" Target="../media/hdphoto2.wdp"/></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0863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9CB24-BFCB-2ACF-299E-92CBC686D67E}"/>
              </a:ext>
            </a:extLst>
          </p:cNvPr>
          <p:cNvSpPr>
            <a:spLocks noGrp="1"/>
          </p:cNvSpPr>
          <p:nvPr>
            <p:ph type="title"/>
          </p:nvPr>
        </p:nvSpPr>
        <p:spPr/>
        <p:txBody>
          <a:bodyPr/>
          <a:lstStyle/>
          <a:p>
            <a:endParaRPr lang="en-NL"/>
          </a:p>
        </p:txBody>
      </p:sp>
      <p:sp>
        <p:nvSpPr>
          <p:cNvPr id="3" name="Text Placeholder 2">
            <a:extLst>
              <a:ext uri="{FF2B5EF4-FFF2-40B4-BE49-F238E27FC236}">
                <a16:creationId xmlns:a16="http://schemas.microsoft.com/office/drawing/2014/main" id="{ECD254C1-6DBB-AF06-AB95-7F3568792AC0}"/>
              </a:ext>
            </a:extLst>
          </p:cNvPr>
          <p:cNvSpPr>
            <a:spLocks noGrp="1"/>
          </p:cNvSpPr>
          <p:nvPr>
            <p:ph type="body" sz="quarter" idx="11"/>
          </p:nvPr>
        </p:nvSpPr>
        <p:spPr/>
        <p:txBody>
          <a:bodyPr/>
          <a:lstStyle/>
          <a:p>
            <a:pPr lvl="0"/>
            <a:r>
              <a:rPr lang="en-US" dirty="0"/>
              <a:t>Create a matrix where the vertical axis should represent the level of maturity, ranging from one to five. (Yellow cards) The horizontal axis should have the Scrum Master, Product Owner, Developer, and Leader. These are respectively the light blue, green, dark blue,  purple cards.</a:t>
            </a:r>
          </a:p>
          <a:p>
            <a:pPr lvl="0"/>
            <a:r>
              <a:rPr lang="en-US" dirty="0"/>
              <a:t>Place the remaining accountabilities cards under the right column. To help you out, the color of the accountability cards should match that of the Scrum Master, Product Owner, Developer, and Leader.</a:t>
            </a:r>
          </a:p>
          <a:p>
            <a:pPr lvl="0"/>
            <a:r>
              <a:rPr lang="en-US" dirty="0"/>
              <a:t>Use the cheat sheet to check the results and have a conversation about self-management and the patterns that you see from level one till five. </a:t>
            </a:r>
          </a:p>
          <a:p>
            <a:pPr lvl="0"/>
            <a:endParaRPr lang="en-US" dirty="0"/>
          </a:p>
          <a:p>
            <a:pPr lvl="0"/>
            <a:endParaRPr lang="en-GB" dirty="0"/>
          </a:p>
          <a:p>
            <a:endParaRPr lang="en-NL" dirty="0"/>
          </a:p>
        </p:txBody>
      </p:sp>
      <p:sp>
        <p:nvSpPr>
          <p:cNvPr id="4" name="Text Placeholder 3">
            <a:extLst>
              <a:ext uri="{FF2B5EF4-FFF2-40B4-BE49-F238E27FC236}">
                <a16:creationId xmlns:a16="http://schemas.microsoft.com/office/drawing/2014/main" id="{211A0C92-FC3C-ED13-AC00-C6EE98AB6052}"/>
              </a:ext>
            </a:extLst>
          </p:cNvPr>
          <p:cNvSpPr>
            <a:spLocks noGrp="1"/>
          </p:cNvSpPr>
          <p:nvPr>
            <p:ph type="body" sz="quarter" idx="12"/>
          </p:nvPr>
        </p:nvSpPr>
        <p:spPr/>
        <p:txBody>
          <a:bodyPr/>
          <a:lstStyle/>
          <a:p>
            <a:r>
              <a:rPr lang="en-GB" dirty="0"/>
              <a:t>All rights reserved Scrum.org. Original concept by RonEringa.com</a:t>
            </a:r>
            <a:endParaRPr lang="en-NL" dirty="0"/>
          </a:p>
        </p:txBody>
      </p:sp>
      <p:sp>
        <p:nvSpPr>
          <p:cNvPr id="5" name="Text Placeholder 4">
            <a:extLst>
              <a:ext uri="{FF2B5EF4-FFF2-40B4-BE49-F238E27FC236}">
                <a16:creationId xmlns:a16="http://schemas.microsoft.com/office/drawing/2014/main" id="{06D5EF49-60A3-0425-58A2-211FAB5AD6D4}"/>
              </a:ext>
            </a:extLst>
          </p:cNvPr>
          <p:cNvSpPr>
            <a:spLocks noGrp="1"/>
          </p:cNvSpPr>
          <p:nvPr>
            <p:ph type="body" sz="quarter" idx="13"/>
          </p:nvPr>
        </p:nvSpPr>
        <p:spPr/>
        <p:txBody>
          <a:bodyPr/>
          <a:lstStyle/>
          <a:p>
            <a:r>
              <a:rPr lang="en-US" sz="1100" dirty="0"/>
              <a:t>The game is designed to explore the concept of self-management in Scrum. It focuses on the three accountabilities in Scrum and that of the Leader. By playing the game, players will gain a better understanding of what self-management means and to identify patterns that emerge as they level up into maturity of each accountability.</a:t>
            </a:r>
            <a:endParaRPr lang="en-GB" sz="1100" dirty="0"/>
          </a:p>
          <a:p>
            <a:endParaRPr lang="en-NL" sz="1100" dirty="0"/>
          </a:p>
        </p:txBody>
      </p:sp>
      <p:sp>
        <p:nvSpPr>
          <p:cNvPr id="6" name="Footer Placeholder 5">
            <a:extLst>
              <a:ext uri="{FF2B5EF4-FFF2-40B4-BE49-F238E27FC236}">
                <a16:creationId xmlns:a16="http://schemas.microsoft.com/office/drawing/2014/main" id="{FFE2DB06-D982-0960-A1A4-E1FDF4C89A10}"/>
              </a:ext>
            </a:extLst>
          </p:cNvPr>
          <p:cNvSpPr>
            <a:spLocks noGrp="1"/>
          </p:cNvSpPr>
          <p:nvPr>
            <p:ph type="ftr" sz="quarter" idx="3"/>
          </p:nvPr>
        </p:nvSpPr>
        <p:spPr/>
        <p:txBody>
          <a:bodyPr/>
          <a:lstStyle/>
          <a:p>
            <a:r>
              <a:rPr lang="en-GB" dirty="0"/>
              <a:t>V 1.0.1</a:t>
            </a:r>
            <a:endParaRPr lang="en-NL" dirty="0"/>
          </a:p>
        </p:txBody>
      </p:sp>
    </p:spTree>
    <p:extLst>
      <p:ext uri="{BB962C8B-B14F-4D97-AF65-F5344CB8AC3E}">
        <p14:creationId xmlns:p14="http://schemas.microsoft.com/office/powerpoint/2010/main" val="2043011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D54763-C1BB-24ED-B8EB-3E154A3480C4}"/>
              </a:ext>
            </a:extLst>
          </p:cNvPr>
          <p:cNvSpPr>
            <a:spLocks noGrp="1"/>
          </p:cNvSpPr>
          <p:nvPr>
            <p:ph type="body" sz="quarter" idx="12"/>
          </p:nvPr>
        </p:nvSpPr>
        <p:spPr/>
        <p:txBody>
          <a:bodyPr/>
          <a:lstStyle/>
          <a:p>
            <a:r>
              <a:rPr lang="en-US" dirty="0"/>
              <a:t>Level 1</a:t>
            </a:r>
            <a:endParaRPr lang="en-NL" dirty="0"/>
          </a:p>
        </p:txBody>
      </p:sp>
    </p:spTree>
    <p:extLst>
      <p:ext uri="{BB962C8B-B14F-4D97-AF65-F5344CB8AC3E}">
        <p14:creationId xmlns:p14="http://schemas.microsoft.com/office/powerpoint/2010/main" val="2964921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8490FA7-CA12-DC83-4482-4043BC8648C6}"/>
              </a:ext>
            </a:extLst>
          </p:cNvPr>
          <p:cNvSpPr>
            <a:spLocks noGrp="1"/>
          </p:cNvSpPr>
          <p:nvPr>
            <p:ph type="ftr" sz="quarter" idx="11"/>
          </p:nvPr>
        </p:nvSpPr>
        <p:spPr/>
        <p:txBody>
          <a:bodyPr/>
          <a:lstStyle/>
          <a:p>
            <a:r>
              <a:rPr lang="en-GB" dirty="0"/>
              <a:t>V 1.0.1</a:t>
            </a:r>
            <a:endParaRPr lang="en-NL" dirty="0"/>
          </a:p>
        </p:txBody>
      </p:sp>
    </p:spTree>
    <p:extLst>
      <p:ext uri="{BB962C8B-B14F-4D97-AF65-F5344CB8AC3E}">
        <p14:creationId xmlns:p14="http://schemas.microsoft.com/office/powerpoint/2010/main" val="476073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E54F6D7-9B28-00E6-3865-90B565C3EA6A}"/>
              </a:ext>
            </a:extLst>
          </p:cNvPr>
          <p:cNvSpPr>
            <a:spLocks noGrp="1"/>
          </p:cNvSpPr>
          <p:nvPr>
            <p:ph type="body" sz="quarter" idx="12"/>
          </p:nvPr>
        </p:nvSpPr>
        <p:spPr/>
        <p:txBody>
          <a:bodyPr/>
          <a:lstStyle/>
          <a:p>
            <a:r>
              <a:rPr lang="en-US" dirty="0"/>
              <a:t>Level 2</a:t>
            </a:r>
            <a:endParaRPr lang="en-NL" dirty="0"/>
          </a:p>
        </p:txBody>
      </p:sp>
    </p:spTree>
    <p:extLst>
      <p:ext uri="{BB962C8B-B14F-4D97-AF65-F5344CB8AC3E}">
        <p14:creationId xmlns:p14="http://schemas.microsoft.com/office/powerpoint/2010/main" val="2121178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D855A67-9E21-0701-45BE-666B302E6C7A}"/>
              </a:ext>
            </a:extLst>
          </p:cNvPr>
          <p:cNvSpPr>
            <a:spLocks noGrp="1"/>
          </p:cNvSpPr>
          <p:nvPr>
            <p:ph type="ftr" sz="quarter" idx="11"/>
          </p:nvPr>
        </p:nvSpPr>
        <p:spPr/>
        <p:txBody>
          <a:bodyPr/>
          <a:lstStyle/>
          <a:p>
            <a:r>
              <a:rPr lang="en-GB" dirty="0"/>
              <a:t>V 1.0.1</a:t>
            </a:r>
            <a:endParaRPr lang="en-NL" dirty="0"/>
          </a:p>
        </p:txBody>
      </p:sp>
    </p:spTree>
    <p:extLst>
      <p:ext uri="{BB962C8B-B14F-4D97-AF65-F5344CB8AC3E}">
        <p14:creationId xmlns:p14="http://schemas.microsoft.com/office/powerpoint/2010/main" val="628215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BD620B5-483D-6397-4DAA-14919A367FC0}"/>
              </a:ext>
            </a:extLst>
          </p:cNvPr>
          <p:cNvSpPr>
            <a:spLocks noGrp="1"/>
          </p:cNvSpPr>
          <p:nvPr>
            <p:ph type="body" sz="quarter" idx="12"/>
          </p:nvPr>
        </p:nvSpPr>
        <p:spPr/>
        <p:txBody>
          <a:bodyPr/>
          <a:lstStyle/>
          <a:p>
            <a:r>
              <a:rPr lang="en-US" dirty="0"/>
              <a:t>Level 3</a:t>
            </a:r>
            <a:endParaRPr lang="en-NL" dirty="0"/>
          </a:p>
        </p:txBody>
      </p:sp>
    </p:spTree>
    <p:extLst>
      <p:ext uri="{BB962C8B-B14F-4D97-AF65-F5344CB8AC3E}">
        <p14:creationId xmlns:p14="http://schemas.microsoft.com/office/powerpoint/2010/main" val="1767545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E348EC2A-96C8-D149-EE27-CA8D582FA4A0}"/>
              </a:ext>
            </a:extLst>
          </p:cNvPr>
          <p:cNvSpPr>
            <a:spLocks noGrp="1"/>
          </p:cNvSpPr>
          <p:nvPr>
            <p:ph type="ftr" sz="quarter" idx="11"/>
          </p:nvPr>
        </p:nvSpPr>
        <p:spPr>
          <a:xfrm>
            <a:off x="5334000" y="4543279"/>
            <a:ext cx="1701158" cy="293687"/>
          </a:xfrm>
        </p:spPr>
        <p:txBody>
          <a:bodyPr/>
          <a:lstStyle/>
          <a:p>
            <a:r>
              <a:rPr lang="en-GB" dirty="0"/>
              <a:t>V 1.0.1</a:t>
            </a:r>
            <a:endParaRPr lang="en-NL" dirty="0"/>
          </a:p>
        </p:txBody>
      </p:sp>
    </p:spTree>
    <p:extLst>
      <p:ext uri="{BB962C8B-B14F-4D97-AF65-F5344CB8AC3E}">
        <p14:creationId xmlns:p14="http://schemas.microsoft.com/office/powerpoint/2010/main" val="2133747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E9D49B-A02D-FB7D-2CB8-2560D155D648}"/>
              </a:ext>
            </a:extLst>
          </p:cNvPr>
          <p:cNvSpPr>
            <a:spLocks noGrp="1"/>
          </p:cNvSpPr>
          <p:nvPr>
            <p:ph type="body" sz="quarter" idx="12"/>
          </p:nvPr>
        </p:nvSpPr>
        <p:spPr/>
        <p:txBody>
          <a:bodyPr/>
          <a:lstStyle/>
          <a:p>
            <a:r>
              <a:rPr lang="en-US" dirty="0"/>
              <a:t>Level 4</a:t>
            </a:r>
            <a:endParaRPr lang="en-NL" dirty="0"/>
          </a:p>
        </p:txBody>
      </p:sp>
    </p:spTree>
    <p:extLst>
      <p:ext uri="{BB962C8B-B14F-4D97-AF65-F5344CB8AC3E}">
        <p14:creationId xmlns:p14="http://schemas.microsoft.com/office/powerpoint/2010/main" val="3000088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8FEFDDB5-F34F-A484-9468-78CCCB084B11}"/>
              </a:ext>
            </a:extLst>
          </p:cNvPr>
          <p:cNvSpPr>
            <a:spLocks noGrp="1"/>
          </p:cNvSpPr>
          <p:nvPr>
            <p:ph type="ftr" sz="quarter" idx="11"/>
          </p:nvPr>
        </p:nvSpPr>
        <p:spPr>
          <a:xfrm>
            <a:off x="5334000" y="4543279"/>
            <a:ext cx="1701158" cy="293687"/>
          </a:xfrm>
        </p:spPr>
        <p:txBody>
          <a:bodyPr/>
          <a:lstStyle/>
          <a:p>
            <a:r>
              <a:rPr lang="en-GB" dirty="0"/>
              <a:t>V 1.0.1</a:t>
            </a:r>
            <a:endParaRPr lang="en-NL" dirty="0"/>
          </a:p>
        </p:txBody>
      </p:sp>
    </p:spTree>
    <p:extLst>
      <p:ext uri="{BB962C8B-B14F-4D97-AF65-F5344CB8AC3E}">
        <p14:creationId xmlns:p14="http://schemas.microsoft.com/office/powerpoint/2010/main" val="735583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72D12A-AB19-16BA-EE4E-47D3CAE28569}"/>
              </a:ext>
            </a:extLst>
          </p:cNvPr>
          <p:cNvSpPr>
            <a:spLocks noGrp="1"/>
          </p:cNvSpPr>
          <p:nvPr>
            <p:ph type="body" sz="quarter" idx="12"/>
          </p:nvPr>
        </p:nvSpPr>
        <p:spPr/>
        <p:txBody>
          <a:bodyPr/>
          <a:lstStyle/>
          <a:p>
            <a:r>
              <a:rPr lang="en-US" dirty="0"/>
              <a:t>Level 5</a:t>
            </a:r>
            <a:endParaRPr lang="en-NL" dirty="0"/>
          </a:p>
        </p:txBody>
      </p:sp>
    </p:spTree>
    <p:extLst>
      <p:ext uri="{BB962C8B-B14F-4D97-AF65-F5344CB8AC3E}">
        <p14:creationId xmlns:p14="http://schemas.microsoft.com/office/powerpoint/2010/main" val="294217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A107D8E5-4862-20E2-B202-0A2A6E287F19}"/>
              </a:ext>
            </a:extLst>
          </p:cNvPr>
          <p:cNvSpPr>
            <a:spLocks noGrp="1"/>
          </p:cNvSpPr>
          <p:nvPr>
            <p:ph type="ftr" sz="quarter" idx="11"/>
          </p:nvPr>
        </p:nvSpPr>
        <p:spPr>
          <a:xfrm>
            <a:off x="5334000" y="4543279"/>
            <a:ext cx="1701158" cy="293687"/>
          </a:xfrm>
        </p:spPr>
        <p:txBody>
          <a:bodyPr/>
          <a:lstStyle/>
          <a:p>
            <a:r>
              <a:rPr lang="en-GB" dirty="0"/>
              <a:t>V 1.0.1</a:t>
            </a:r>
            <a:endParaRPr lang="en-NL" dirty="0"/>
          </a:p>
        </p:txBody>
      </p:sp>
    </p:spTree>
    <p:extLst>
      <p:ext uri="{BB962C8B-B14F-4D97-AF65-F5344CB8AC3E}">
        <p14:creationId xmlns:p14="http://schemas.microsoft.com/office/powerpoint/2010/main" val="1152563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sharpenSoften amount="-50000"/>
                    </a14:imgEffect>
                    <a14:imgEffect>
                      <a14:colorTemperature colorTemp="1743"/>
                    </a14:imgEffect>
                    <a14:imgEffect>
                      <a14:saturation sat="40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18A09772-7B62-258B-ED95-73378968FDFE}"/>
              </a:ext>
            </a:extLst>
          </p:cNvPr>
          <p:cNvSpPr>
            <a:spLocks noGrp="1"/>
          </p:cNvSpPr>
          <p:nvPr>
            <p:ph type="body" sz="quarter" idx="13"/>
          </p:nvPr>
        </p:nvSpPr>
        <p:spPr>
          <a:xfrm>
            <a:off x="627063" y="82803"/>
            <a:ext cx="6535737" cy="4335462"/>
          </a:xfrm>
        </p:spPr>
        <p:txBody>
          <a:bodyPr/>
          <a:lstStyle/>
          <a:p>
            <a:r>
              <a:rPr lang="nl-NL" dirty="0"/>
              <a:t>Scrum master</a:t>
            </a:r>
          </a:p>
        </p:txBody>
      </p:sp>
      <p:pic>
        <p:nvPicPr>
          <p:cNvPr id="4" name="Afbeelding 3">
            <a:extLst>
              <a:ext uri="{FF2B5EF4-FFF2-40B4-BE49-F238E27FC236}">
                <a16:creationId xmlns:a16="http://schemas.microsoft.com/office/drawing/2014/main" id="{C85D4BC6-4AC1-5E68-8B12-6058C3B28410}"/>
              </a:ext>
            </a:extLst>
          </p:cNvPr>
          <p:cNvPicPr>
            <a:picLocks noChangeAspect="1"/>
          </p:cNvPicPr>
          <p:nvPr/>
        </p:nvPicPr>
        <p:blipFill rotWithShape="1">
          <a:blip r:embed="rId4">
            <a:clrChange>
              <a:clrFrom>
                <a:srgbClr val="FFFFFF"/>
              </a:clrFrom>
              <a:clrTo>
                <a:srgbClr val="FFFFFF">
                  <a:alpha val="0"/>
                </a:srgbClr>
              </a:clrTo>
            </a:clrChange>
          </a:blip>
          <a:srcRect l="20618" t="15162" r="37371" b="35197"/>
          <a:stretch/>
        </p:blipFill>
        <p:spPr>
          <a:xfrm>
            <a:off x="2803313" y="2761536"/>
            <a:ext cx="2183236" cy="1645783"/>
          </a:xfrm>
          <a:prstGeom prst="rect">
            <a:avLst/>
          </a:prstGeom>
        </p:spPr>
      </p:pic>
    </p:spTree>
    <p:extLst>
      <p:ext uri="{BB962C8B-B14F-4D97-AF65-F5344CB8AC3E}">
        <p14:creationId xmlns:p14="http://schemas.microsoft.com/office/powerpoint/2010/main" val="3691968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extLst>
              <a:ext uri="{BEBA8EAE-BF5A-486C-A8C5-ECC9F3942E4B}">
                <a14:imgProps xmlns:a14="http://schemas.microsoft.com/office/drawing/2010/main">
                  <a14:imgLayer r:embed="rId4">
                    <a14:imgEffect>
                      <a14:sharpenSoften amount="-50000"/>
                    </a14:imgEffect>
                    <a14:imgEffect>
                      <a14:colorTemperature colorTemp="1743"/>
                    </a14:imgEffect>
                    <a14:imgEffect>
                      <a14:saturation sat="40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BB1A03E0-E44F-AD65-3BDA-0410833A2F71}"/>
              </a:ext>
            </a:extLst>
          </p:cNvPr>
          <p:cNvSpPr>
            <a:spLocks noGrp="1"/>
          </p:cNvSpPr>
          <p:nvPr>
            <p:ph type="ftr" sz="quarter" idx="11"/>
          </p:nvPr>
        </p:nvSpPr>
        <p:spPr/>
        <p:txBody>
          <a:bodyPr/>
          <a:lstStyle/>
          <a:p>
            <a:r>
              <a:rPr lang="en-GB" dirty="0"/>
              <a:t>V 1.0.1</a:t>
            </a:r>
            <a:endParaRPr lang="en-NL" dirty="0"/>
          </a:p>
        </p:txBody>
      </p:sp>
    </p:spTree>
    <p:extLst>
      <p:ext uri="{BB962C8B-B14F-4D97-AF65-F5344CB8AC3E}">
        <p14:creationId xmlns:p14="http://schemas.microsoft.com/office/powerpoint/2010/main" val="3923711113"/>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D84FF"/>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0D1D6A-607B-8919-A042-BCCDC9CF0CF0}"/>
              </a:ext>
            </a:extLst>
          </p:cNvPr>
          <p:cNvSpPr>
            <a:spLocks noGrp="1"/>
          </p:cNvSpPr>
          <p:nvPr>
            <p:ph type="body" sz="quarter" idx="12"/>
          </p:nvPr>
        </p:nvSpPr>
        <p:spPr/>
        <p:txBody>
          <a:bodyPr/>
          <a:lstStyle/>
          <a:p>
            <a:r>
              <a:rPr lang="en-US" sz="3000" dirty="0">
                <a:latin typeface="Ubuntu" panose="020B0504030602030204" pitchFamily="34" charset="0"/>
              </a:rPr>
              <a:t>Plan &amp; facilitates all Scrum events</a:t>
            </a:r>
          </a:p>
        </p:txBody>
      </p:sp>
      <p:sp>
        <p:nvSpPr>
          <p:cNvPr id="3" name="Content Placeholder 2">
            <a:extLst>
              <a:ext uri="{FF2B5EF4-FFF2-40B4-BE49-F238E27FC236}">
                <a16:creationId xmlns:a16="http://schemas.microsoft.com/office/drawing/2014/main" id="{DB4E66FB-476A-BB21-1B46-4C8125462E5C}"/>
              </a:ext>
            </a:extLst>
          </p:cNvPr>
          <p:cNvSpPr>
            <a:spLocks noGrp="1"/>
          </p:cNvSpPr>
          <p:nvPr>
            <p:ph sz="quarter" idx="13"/>
          </p:nvPr>
        </p:nvSpPr>
        <p:spPr/>
        <p:txBody>
          <a:bodyPr/>
          <a:lstStyle/>
          <a:p>
            <a:r>
              <a:rPr lang="en-US" dirty="0"/>
              <a:t>Facilitate</a:t>
            </a:r>
            <a:endParaRPr lang="en-NL" dirty="0"/>
          </a:p>
        </p:txBody>
      </p:sp>
      <p:sp>
        <p:nvSpPr>
          <p:cNvPr id="4" name="Text Placeholder 3">
            <a:extLst>
              <a:ext uri="{FF2B5EF4-FFF2-40B4-BE49-F238E27FC236}">
                <a16:creationId xmlns:a16="http://schemas.microsoft.com/office/drawing/2014/main" id="{101FB840-DD80-334A-87FD-81DC71AD8A57}"/>
              </a:ext>
            </a:extLst>
          </p:cNvPr>
          <p:cNvSpPr>
            <a:spLocks noGrp="1"/>
          </p:cNvSpPr>
          <p:nvPr>
            <p:ph type="body" sz="quarter" idx="14"/>
          </p:nvPr>
        </p:nvSpPr>
        <p:spPr/>
        <p:txBody>
          <a:bodyPr/>
          <a:lstStyle/>
          <a:p>
            <a:r>
              <a:rPr lang="en-US" sz="3000" dirty="0">
                <a:latin typeface="Ubuntu" panose="020B0504030602030204" pitchFamily="34" charset="0"/>
              </a:rPr>
              <a:t>Track progress &amp; visualizes work</a:t>
            </a:r>
          </a:p>
          <a:p>
            <a:endParaRPr lang="en-NL" sz="3000" dirty="0">
              <a:latin typeface="Ubuntu" panose="020B0504030602030204" pitchFamily="34" charset="0"/>
            </a:endParaRPr>
          </a:p>
        </p:txBody>
      </p:sp>
      <p:sp>
        <p:nvSpPr>
          <p:cNvPr id="5" name="Content Placeholder 4">
            <a:extLst>
              <a:ext uri="{FF2B5EF4-FFF2-40B4-BE49-F238E27FC236}">
                <a16:creationId xmlns:a16="http://schemas.microsoft.com/office/drawing/2014/main" id="{3994DC0B-F72F-6BFF-C694-00CBF68920C1}"/>
              </a:ext>
            </a:extLst>
          </p:cNvPr>
          <p:cNvSpPr>
            <a:spLocks noGrp="1"/>
          </p:cNvSpPr>
          <p:nvPr>
            <p:ph sz="quarter" idx="15"/>
          </p:nvPr>
        </p:nvSpPr>
        <p:spPr/>
        <p:txBody>
          <a:bodyPr/>
          <a:lstStyle/>
          <a:p>
            <a:r>
              <a:rPr lang="en-US" dirty="0"/>
              <a:t>value</a:t>
            </a:r>
            <a:endParaRPr lang="en-NL" dirty="0"/>
          </a:p>
        </p:txBody>
      </p:sp>
      <p:sp>
        <p:nvSpPr>
          <p:cNvPr id="6" name="Text Placeholder 1">
            <a:extLst>
              <a:ext uri="{FF2B5EF4-FFF2-40B4-BE49-F238E27FC236}">
                <a16:creationId xmlns:a16="http://schemas.microsoft.com/office/drawing/2014/main" id="{973DC34E-6561-45C7-EF65-6ED303617764}"/>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20</a:t>
            </a:r>
          </a:p>
        </p:txBody>
      </p:sp>
      <p:sp>
        <p:nvSpPr>
          <p:cNvPr id="9" name="Tekstvak 8">
            <a:extLst>
              <a:ext uri="{FF2B5EF4-FFF2-40B4-BE49-F238E27FC236}">
                <a16:creationId xmlns:a16="http://schemas.microsoft.com/office/drawing/2014/main" id="{03AAAB85-C917-D468-4368-9F060E26114C}"/>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a</a:t>
            </a:r>
            <a:endParaRPr lang="nl-NL" dirty="0">
              <a:solidFill>
                <a:schemeClr val="bg1"/>
              </a:solidFill>
            </a:endParaRPr>
          </a:p>
        </p:txBody>
      </p:sp>
      <p:sp>
        <p:nvSpPr>
          <p:cNvPr id="10" name="Tekstvak 9">
            <a:extLst>
              <a:ext uri="{FF2B5EF4-FFF2-40B4-BE49-F238E27FC236}">
                <a16:creationId xmlns:a16="http://schemas.microsoft.com/office/drawing/2014/main" id="{BA6C7DB5-74BE-739B-A1B3-9F4BFAC4589F}"/>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solidFill>
                  <a:schemeClr val="bg1"/>
                </a:solidFill>
                <a:effectLst/>
                <a:uLnTx/>
                <a:uFillTx/>
                <a:latin typeface="American Captain" pitchFamily="2" charset="77"/>
                <a:ea typeface="+mn-ea"/>
                <a:cs typeface="+mn-cs"/>
              </a:rPr>
              <a:t>Scrum Master</a:t>
            </a:r>
            <a:endParaRPr lang="nl-NL" sz="1050" dirty="0">
              <a:solidFill>
                <a:schemeClr val="bg1"/>
              </a:solidFill>
            </a:endParaRPr>
          </a:p>
        </p:txBody>
      </p:sp>
    </p:spTree>
    <p:extLst>
      <p:ext uri="{BB962C8B-B14F-4D97-AF65-F5344CB8AC3E}">
        <p14:creationId xmlns:p14="http://schemas.microsoft.com/office/powerpoint/2010/main" val="1496529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0D1D6A-607B-8919-A042-BCCDC9CF0CF0}"/>
              </a:ext>
            </a:extLst>
          </p:cNvPr>
          <p:cNvSpPr>
            <a:spLocks noGrp="1"/>
          </p:cNvSpPr>
          <p:nvPr>
            <p:ph type="body" sz="quarter" idx="12"/>
          </p:nvPr>
        </p:nvSpPr>
        <p:spPr/>
        <p:txBody>
          <a:bodyPr/>
          <a:lstStyle/>
          <a:p>
            <a:r>
              <a:rPr lang="en-US" sz="3000" dirty="0">
                <a:latin typeface="Ubuntu" panose="020B0504030602030204" pitchFamily="34" charset="0"/>
              </a:rPr>
              <a:t>Plan &amp; facilitates all Scrum events</a:t>
            </a:r>
          </a:p>
        </p:txBody>
      </p:sp>
      <p:sp>
        <p:nvSpPr>
          <p:cNvPr id="3" name="Content Placeholder 2">
            <a:extLst>
              <a:ext uri="{FF2B5EF4-FFF2-40B4-BE49-F238E27FC236}">
                <a16:creationId xmlns:a16="http://schemas.microsoft.com/office/drawing/2014/main" id="{DB4E66FB-476A-BB21-1B46-4C8125462E5C}"/>
              </a:ext>
            </a:extLst>
          </p:cNvPr>
          <p:cNvSpPr>
            <a:spLocks noGrp="1"/>
          </p:cNvSpPr>
          <p:nvPr>
            <p:ph sz="quarter" idx="13"/>
          </p:nvPr>
        </p:nvSpPr>
        <p:spPr/>
        <p:txBody>
          <a:bodyPr/>
          <a:lstStyle/>
          <a:p>
            <a:r>
              <a:rPr lang="en-US" dirty="0"/>
              <a:t>Facilitate</a:t>
            </a:r>
            <a:endParaRPr lang="en-NL" dirty="0"/>
          </a:p>
        </p:txBody>
      </p:sp>
      <p:sp>
        <p:nvSpPr>
          <p:cNvPr id="4" name="Text Placeholder 3">
            <a:extLst>
              <a:ext uri="{FF2B5EF4-FFF2-40B4-BE49-F238E27FC236}">
                <a16:creationId xmlns:a16="http://schemas.microsoft.com/office/drawing/2014/main" id="{101FB840-DD80-334A-87FD-81DC71AD8A57}"/>
              </a:ext>
            </a:extLst>
          </p:cNvPr>
          <p:cNvSpPr>
            <a:spLocks noGrp="1"/>
          </p:cNvSpPr>
          <p:nvPr>
            <p:ph type="body" sz="quarter" idx="14"/>
          </p:nvPr>
        </p:nvSpPr>
        <p:spPr/>
        <p:txBody>
          <a:bodyPr/>
          <a:lstStyle/>
          <a:p>
            <a:r>
              <a:rPr lang="en-US" sz="3000" dirty="0">
                <a:latin typeface="Ubuntu" panose="020B0504030602030204" pitchFamily="34" charset="0"/>
              </a:rPr>
              <a:t>Track progress &amp; visualizes work</a:t>
            </a:r>
          </a:p>
          <a:p>
            <a:endParaRPr lang="en-NL" sz="3000" dirty="0">
              <a:latin typeface="Ubuntu" panose="020B0504030602030204" pitchFamily="34" charset="0"/>
            </a:endParaRPr>
          </a:p>
        </p:txBody>
      </p:sp>
      <p:sp>
        <p:nvSpPr>
          <p:cNvPr id="5" name="Content Placeholder 4">
            <a:extLst>
              <a:ext uri="{FF2B5EF4-FFF2-40B4-BE49-F238E27FC236}">
                <a16:creationId xmlns:a16="http://schemas.microsoft.com/office/drawing/2014/main" id="{3994DC0B-F72F-6BFF-C694-00CBF68920C1}"/>
              </a:ext>
            </a:extLst>
          </p:cNvPr>
          <p:cNvSpPr>
            <a:spLocks noGrp="1"/>
          </p:cNvSpPr>
          <p:nvPr>
            <p:ph sz="quarter" idx="15"/>
          </p:nvPr>
        </p:nvSpPr>
        <p:spPr/>
        <p:txBody>
          <a:bodyPr/>
          <a:lstStyle/>
          <a:p>
            <a:r>
              <a:rPr lang="en-US" dirty="0"/>
              <a:t>value</a:t>
            </a:r>
            <a:endParaRPr lang="en-NL" dirty="0"/>
          </a:p>
        </p:txBody>
      </p:sp>
      <p:sp>
        <p:nvSpPr>
          <p:cNvPr id="6" name="Text Placeholder 1">
            <a:extLst>
              <a:ext uri="{FF2B5EF4-FFF2-40B4-BE49-F238E27FC236}">
                <a16:creationId xmlns:a16="http://schemas.microsoft.com/office/drawing/2014/main" id="{973DC34E-6561-45C7-EF65-6ED303617764}"/>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20</a:t>
            </a:r>
          </a:p>
        </p:txBody>
      </p:sp>
      <p:sp>
        <p:nvSpPr>
          <p:cNvPr id="7" name="Tekstvak 6">
            <a:extLst>
              <a:ext uri="{FF2B5EF4-FFF2-40B4-BE49-F238E27FC236}">
                <a16:creationId xmlns:a16="http://schemas.microsoft.com/office/drawing/2014/main" id="{B8FA833D-5580-4EA9-9AC7-E942DB4F6A21}"/>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2830884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D84FF"/>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9F87C3-07A1-0EDC-D899-CD15F645C37F}"/>
              </a:ext>
            </a:extLst>
          </p:cNvPr>
          <p:cNvSpPr>
            <a:spLocks noGrp="1"/>
          </p:cNvSpPr>
          <p:nvPr>
            <p:ph type="body" sz="quarter" idx="12"/>
          </p:nvPr>
        </p:nvSpPr>
        <p:spPr/>
        <p:txBody>
          <a:bodyPr/>
          <a:lstStyle/>
          <a:p>
            <a:r>
              <a:rPr lang="en-US" sz="3000" dirty="0">
                <a:latin typeface="Ubuntu" panose="020B0504030602030204" pitchFamily="34" charset="0"/>
              </a:rPr>
              <a:t>Facilitates the Scrum events</a:t>
            </a:r>
          </a:p>
        </p:txBody>
      </p:sp>
      <p:sp>
        <p:nvSpPr>
          <p:cNvPr id="3" name="Content Placeholder 2">
            <a:extLst>
              <a:ext uri="{FF2B5EF4-FFF2-40B4-BE49-F238E27FC236}">
                <a16:creationId xmlns:a16="http://schemas.microsoft.com/office/drawing/2014/main" id="{9B42B0F5-1A67-8C70-FDCF-4C93DB02E94F}"/>
              </a:ext>
            </a:extLst>
          </p:cNvPr>
          <p:cNvSpPr>
            <a:spLocks noGrp="1"/>
          </p:cNvSpPr>
          <p:nvPr>
            <p:ph sz="quarter" idx="13"/>
          </p:nvPr>
        </p:nvSpPr>
        <p:spPr/>
        <p:txBody>
          <a:bodyPr/>
          <a:lstStyle/>
          <a:p>
            <a:r>
              <a:rPr lang="en-US" dirty="0"/>
              <a:t>Facilitate</a:t>
            </a:r>
            <a:endParaRPr lang="en-NL" dirty="0"/>
          </a:p>
        </p:txBody>
      </p:sp>
      <p:sp>
        <p:nvSpPr>
          <p:cNvPr id="4" name="Text Placeholder 3">
            <a:extLst>
              <a:ext uri="{FF2B5EF4-FFF2-40B4-BE49-F238E27FC236}">
                <a16:creationId xmlns:a16="http://schemas.microsoft.com/office/drawing/2014/main" id="{AA1D8D56-7997-9149-E3C2-4243BC163909}"/>
              </a:ext>
            </a:extLst>
          </p:cNvPr>
          <p:cNvSpPr>
            <a:spLocks noGrp="1"/>
          </p:cNvSpPr>
          <p:nvPr>
            <p:ph type="body" sz="quarter" idx="14"/>
          </p:nvPr>
        </p:nvSpPr>
        <p:spPr/>
        <p:txBody>
          <a:bodyPr/>
          <a:lstStyle/>
          <a:p>
            <a:r>
              <a:rPr lang="en-US" sz="3000" dirty="0">
                <a:latin typeface="Ubuntu" panose="020B0504030602030204" pitchFamily="34" charset="0"/>
              </a:rPr>
              <a:t>Enables the Developers to track &amp; visualizes work</a:t>
            </a:r>
          </a:p>
        </p:txBody>
      </p:sp>
      <p:sp>
        <p:nvSpPr>
          <p:cNvPr id="5" name="Content Placeholder 4">
            <a:extLst>
              <a:ext uri="{FF2B5EF4-FFF2-40B4-BE49-F238E27FC236}">
                <a16:creationId xmlns:a16="http://schemas.microsoft.com/office/drawing/2014/main" id="{B975B983-7343-8A2D-4201-2198F0BCF4D0}"/>
              </a:ext>
            </a:extLst>
          </p:cNvPr>
          <p:cNvSpPr>
            <a:spLocks noGrp="1"/>
          </p:cNvSpPr>
          <p:nvPr>
            <p:ph sz="quarter" idx="15"/>
          </p:nvPr>
        </p:nvSpPr>
        <p:spPr/>
        <p:txBody>
          <a:bodyPr/>
          <a:lstStyle/>
          <a:p>
            <a:r>
              <a:rPr lang="en-US" dirty="0"/>
              <a:t>value</a:t>
            </a:r>
            <a:endParaRPr lang="en-NL" dirty="0"/>
          </a:p>
        </p:txBody>
      </p:sp>
      <p:sp>
        <p:nvSpPr>
          <p:cNvPr id="6" name="Text Placeholder 1">
            <a:extLst>
              <a:ext uri="{FF2B5EF4-FFF2-40B4-BE49-F238E27FC236}">
                <a16:creationId xmlns:a16="http://schemas.microsoft.com/office/drawing/2014/main" id="{D1E185FA-1FC9-E9CF-807A-D1563F37C59A}"/>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14</a:t>
            </a:r>
          </a:p>
        </p:txBody>
      </p:sp>
      <p:sp>
        <p:nvSpPr>
          <p:cNvPr id="7" name="Tekstvak 6">
            <a:extLst>
              <a:ext uri="{FF2B5EF4-FFF2-40B4-BE49-F238E27FC236}">
                <a16:creationId xmlns:a16="http://schemas.microsoft.com/office/drawing/2014/main" id="{EF89452C-4C36-5AB7-85A4-70D3E4D0B5DC}"/>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a</a:t>
            </a:r>
            <a:endParaRPr lang="nl-NL" dirty="0">
              <a:solidFill>
                <a:schemeClr val="bg1"/>
              </a:solidFill>
            </a:endParaRPr>
          </a:p>
        </p:txBody>
      </p:sp>
      <p:sp>
        <p:nvSpPr>
          <p:cNvPr id="8" name="Tekstvak 7">
            <a:extLst>
              <a:ext uri="{FF2B5EF4-FFF2-40B4-BE49-F238E27FC236}">
                <a16:creationId xmlns:a16="http://schemas.microsoft.com/office/drawing/2014/main" id="{68E3CC2E-B34C-952D-BCE5-EF5D4AE06DEB}"/>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solidFill>
                  <a:schemeClr val="bg1"/>
                </a:solidFill>
                <a:effectLst/>
                <a:uLnTx/>
                <a:uFillTx/>
                <a:latin typeface="American Captain" pitchFamily="2" charset="77"/>
                <a:ea typeface="+mn-ea"/>
                <a:cs typeface="+mn-cs"/>
              </a:rPr>
              <a:t>Scrum Master</a:t>
            </a:r>
            <a:endParaRPr lang="nl-NL" sz="1050" dirty="0">
              <a:solidFill>
                <a:schemeClr val="bg1"/>
              </a:solidFill>
            </a:endParaRPr>
          </a:p>
        </p:txBody>
      </p:sp>
    </p:spTree>
    <p:extLst>
      <p:ext uri="{BB962C8B-B14F-4D97-AF65-F5344CB8AC3E}">
        <p14:creationId xmlns:p14="http://schemas.microsoft.com/office/powerpoint/2010/main" val="2685147449"/>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9F87C3-07A1-0EDC-D899-CD15F645C37F}"/>
              </a:ext>
            </a:extLst>
          </p:cNvPr>
          <p:cNvSpPr>
            <a:spLocks noGrp="1"/>
          </p:cNvSpPr>
          <p:nvPr>
            <p:ph type="body" sz="quarter" idx="12"/>
          </p:nvPr>
        </p:nvSpPr>
        <p:spPr/>
        <p:txBody>
          <a:bodyPr/>
          <a:lstStyle/>
          <a:p>
            <a:r>
              <a:rPr lang="en-US" sz="3000" dirty="0">
                <a:latin typeface="Ubuntu" panose="020B0504030602030204" pitchFamily="34" charset="0"/>
              </a:rPr>
              <a:t>Facilitates the Scrum events</a:t>
            </a:r>
          </a:p>
        </p:txBody>
      </p:sp>
      <p:sp>
        <p:nvSpPr>
          <p:cNvPr id="3" name="Content Placeholder 2">
            <a:extLst>
              <a:ext uri="{FF2B5EF4-FFF2-40B4-BE49-F238E27FC236}">
                <a16:creationId xmlns:a16="http://schemas.microsoft.com/office/drawing/2014/main" id="{9B42B0F5-1A67-8C70-FDCF-4C93DB02E94F}"/>
              </a:ext>
            </a:extLst>
          </p:cNvPr>
          <p:cNvSpPr>
            <a:spLocks noGrp="1"/>
          </p:cNvSpPr>
          <p:nvPr>
            <p:ph sz="quarter" idx="13"/>
          </p:nvPr>
        </p:nvSpPr>
        <p:spPr/>
        <p:txBody>
          <a:bodyPr/>
          <a:lstStyle/>
          <a:p>
            <a:r>
              <a:rPr lang="en-US" dirty="0"/>
              <a:t>Facilitate</a:t>
            </a:r>
            <a:endParaRPr lang="en-NL" dirty="0"/>
          </a:p>
        </p:txBody>
      </p:sp>
      <p:sp>
        <p:nvSpPr>
          <p:cNvPr id="4" name="Text Placeholder 3">
            <a:extLst>
              <a:ext uri="{FF2B5EF4-FFF2-40B4-BE49-F238E27FC236}">
                <a16:creationId xmlns:a16="http://schemas.microsoft.com/office/drawing/2014/main" id="{AA1D8D56-7997-9149-E3C2-4243BC163909}"/>
              </a:ext>
            </a:extLst>
          </p:cNvPr>
          <p:cNvSpPr>
            <a:spLocks noGrp="1"/>
          </p:cNvSpPr>
          <p:nvPr>
            <p:ph type="body" sz="quarter" idx="14"/>
          </p:nvPr>
        </p:nvSpPr>
        <p:spPr/>
        <p:txBody>
          <a:bodyPr/>
          <a:lstStyle/>
          <a:p>
            <a:r>
              <a:rPr lang="en-US" sz="3000" dirty="0">
                <a:latin typeface="Ubuntu" panose="020B0504030602030204" pitchFamily="34" charset="0"/>
              </a:rPr>
              <a:t>Enables the Developers to track &amp; visualizes work</a:t>
            </a:r>
          </a:p>
        </p:txBody>
      </p:sp>
      <p:sp>
        <p:nvSpPr>
          <p:cNvPr id="5" name="Content Placeholder 4">
            <a:extLst>
              <a:ext uri="{FF2B5EF4-FFF2-40B4-BE49-F238E27FC236}">
                <a16:creationId xmlns:a16="http://schemas.microsoft.com/office/drawing/2014/main" id="{B975B983-7343-8A2D-4201-2198F0BCF4D0}"/>
              </a:ext>
            </a:extLst>
          </p:cNvPr>
          <p:cNvSpPr>
            <a:spLocks noGrp="1"/>
          </p:cNvSpPr>
          <p:nvPr>
            <p:ph sz="quarter" idx="15"/>
          </p:nvPr>
        </p:nvSpPr>
        <p:spPr/>
        <p:txBody>
          <a:bodyPr/>
          <a:lstStyle/>
          <a:p>
            <a:r>
              <a:rPr lang="en-US" dirty="0"/>
              <a:t>value</a:t>
            </a:r>
            <a:endParaRPr lang="en-NL" dirty="0"/>
          </a:p>
        </p:txBody>
      </p:sp>
      <p:sp>
        <p:nvSpPr>
          <p:cNvPr id="6" name="Text Placeholder 1">
            <a:extLst>
              <a:ext uri="{FF2B5EF4-FFF2-40B4-BE49-F238E27FC236}">
                <a16:creationId xmlns:a16="http://schemas.microsoft.com/office/drawing/2014/main" id="{D1E185FA-1FC9-E9CF-807A-D1563F37C59A}"/>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14</a:t>
            </a:r>
          </a:p>
        </p:txBody>
      </p:sp>
      <p:sp>
        <p:nvSpPr>
          <p:cNvPr id="7" name="Tekstvak 6">
            <a:extLst>
              <a:ext uri="{FF2B5EF4-FFF2-40B4-BE49-F238E27FC236}">
                <a16:creationId xmlns:a16="http://schemas.microsoft.com/office/drawing/2014/main" id="{39339FE6-9E05-7CE5-E9AF-B655F34810CA}"/>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393363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D84FF"/>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9F87C3-07A1-0EDC-D899-CD15F645C37F}"/>
              </a:ext>
            </a:extLst>
          </p:cNvPr>
          <p:cNvSpPr>
            <a:spLocks noGrp="1"/>
          </p:cNvSpPr>
          <p:nvPr>
            <p:ph type="body" sz="quarter" idx="12"/>
          </p:nvPr>
        </p:nvSpPr>
        <p:spPr/>
        <p:txBody>
          <a:bodyPr/>
          <a:lstStyle/>
          <a:p>
            <a:r>
              <a:rPr lang="en-US" sz="3000" dirty="0">
                <a:latin typeface="Ubuntu" panose="020B0504030602030204" pitchFamily="34" charset="0"/>
              </a:rPr>
              <a:t>Help Scrum team by facilitating transparency, inspection &amp; adaptation</a:t>
            </a:r>
          </a:p>
        </p:txBody>
      </p:sp>
      <p:sp>
        <p:nvSpPr>
          <p:cNvPr id="3" name="Content Placeholder 2">
            <a:extLst>
              <a:ext uri="{FF2B5EF4-FFF2-40B4-BE49-F238E27FC236}">
                <a16:creationId xmlns:a16="http://schemas.microsoft.com/office/drawing/2014/main" id="{9B42B0F5-1A67-8C70-FDCF-4C93DB02E94F}"/>
              </a:ext>
            </a:extLst>
          </p:cNvPr>
          <p:cNvSpPr>
            <a:spLocks noGrp="1"/>
          </p:cNvSpPr>
          <p:nvPr>
            <p:ph sz="quarter" idx="13"/>
          </p:nvPr>
        </p:nvSpPr>
        <p:spPr/>
        <p:txBody>
          <a:bodyPr/>
          <a:lstStyle/>
          <a:p>
            <a:r>
              <a:rPr lang="en-US" dirty="0"/>
              <a:t>Facilitate</a:t>
            </a:r>
            <a:endParaRPr lang="en-NL" dirty="0"/>
          </a:p>
        </p:txBody>
      </p:sp>
      <p:sp>
        <p:nvSpPr>
          <p:cNvPr id="4" name="Text Placeholder 3">
            <a:extLst>
              <a:ext uri="{FF2B5EF4-FFF2-40B4-BE49-F238E27FC236}">
                <a16:creationId xmlns:a16="http://schemas.microsoft.com/office/drawing/2014/main" id="{AA1D8D56-7997-9149-E3C2-4243BC163909}"/>
              </a:ext>
            </a:extLst>
          </p:cNvPr>
          <p:cNvSpPr>
            <a:spLocks noGrp="1"/>
          </p:cNvSpPr>
          <p:nvPr>
            <p:ph type="body" sz="quarter" idx="14"/>
          </p:nvPr>
        </p:nvSpPr>
        <p:spPr/>
        <p:txBody>
          <a:bodyPr/>
          <a:lstStyle/>
          <a:p>
            <a:r>
              <a:rPr lang="en-US" sz="3000" dirty="0">
                <a:latin typeface="Ubuntu" panose="020B0504030602030204" pitchFamily="34" charset="0"/>
              </a:rPr>
              <a:t>Enables Product Owner to focus on value delivery</a:t>
            </a:r>
          </a:p>
        </p:txBody>
      </p:sp>
      <p:sp>
        <p:nvSpPr>
          <p:cNvPr id="5" name="Content Placeholder 4">
            <a:extLst>
              <a:ext uri="{FF2B5EF4-FFF2-40B4-BE49-F238E27FC236}">
                <a16:creationId xmlns:a16="http://schemas.microsoft.com/office/drawing/2014/main" id="{B975B983-7343-8A2D-4201-2198F0BCF4D0}"/>
              </a:ext>
            </a:extLst>
          </p:cNvPr>
          <p:cNvSpPr>
            <a:spLocks noGrp="1"/>
          </p:cNvSpPr>
          <p:nvPr>
            <p:ph sz="quarter" idx="15"/>
          </p:nvPr>
        </p:nvSpPr>
        <p:spPr/>
        <p:txBody>
          <a:bodyPr/>
          <a:lstStyle/>
          <a:p>
            <a:r>
              <a:rPr lang="en-US" dirty="0"/>
              <a:t>value</a:t>
            </a:r>
            <a:endParaRPr lang="en-NL" dirty="0"/>
          </a:p>
        </p:txBody>
      </p:sp>
      <p:sp>
        <p:nvSpPr>
          <p:cNvPr id="6" name="Text Placeholder 1">
            <a:extLst>
              <a:ext uri="{FF2B5EF4-FFF2-40B4-BE49-F238E27FC236}">
                <a16:creationId xmlns:a16="http://schemas.microsoft.com/office/drawing/2014/main" id="{E465B4E2-6EB9-48B1-02D0-538A233218DB}"/>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15</a:t>
            </a:r>
          </a:p>
        </p:txBody>
      </p:sp>
      <p:sp>
        <p:nvSpPr>
          <p:cNvPr id="7" name="Tekstvak 6">
            <a:extLst>
              <a:ext uri="{FF2B5EF4-FFF2-40B4-BE49-F238E27FC236}">
                <a16:creationId xmlns:a16="http://schemas.microsoft.com/office/drawing/2014/main" id="{06678439-D2E5-A759-DEC2-C42923E2F917}"/>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a</a:t>
            </a:r>
            <a:endParaRPr lang="nl-NL" dirty="0">
              <a:solidFill>
                <a:schemeClr val="bg1"/>
              </a:solidFill>
            </a:endParaRPr>
          </a:p>
        </p:txBody>
      </p:sp>
      <p:sp>
        <p:nvSpPr>
          <p:cNvPr id="9" name="Tekstvak 8">
            <a:extLst>
              <a:ext uri="{FF2B5EF4-FFF2-40B4-BE49-F238E27FC236}">
                <a16:creationId xmlns:a16="http://schemas.microsoft.com/office/drawing/2014/main" id="{9691098B-4A75-AA5C-9485-5C5F3780DB9D}"/>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solidFill>
                  <a:schemeClr val="bg1"/>
                </a:solidFill>
                <a:effectLst/>
                <a:uLnTx/>
                <a:uFillTx/>
                <a:latin typeface="American Captain" pitchFamily="2" charset="77"/>
                <a:ea typeface="+mn-ea"/>
                <a:cs typeface="+mn-cs"/>
              </a:rPr>
              <a:t>Scrum Master</a:t>
            </a:r>
            <a:endParaRPr lang="nl-NL" sz="1050" dirty="0">
              <a:solidFill>
                <a:schemeClr val="bg1"/>
              </a:solidFill>
            </a:endParaRPr>
          </a:p>
        </p:txBody>
      </p:sp>
    </p:spTree>
    <p:extLst>
      <p:ext uri="{BB962C8B-B14F-4D97-AF65-F5344CB8AC3E}">
        <p14:creationId xmlns:p14="http://schemas.microsoft.com/office/powerpoint/2010/main" val="1492287320"/>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9F87C3-07A1-0EDC-D899-CD15F645C37F}"/>
              </a:ext>
            </a:extLst>
          </p:cNvPr>
          <p:cNvSpPr>
            <a:spLocks noGrp="1"/>
          </p:cNvSpPr>
          <p:nvPr>
            <p:ph type="body" sz="quarter" idx="12"/>
          </p:nvPr>
        </p:nvSpPr>
        <p:spPr/>
        <p:txBody>
          <a:bodyPr/>
          <a:lstStyle/>
          <a:p>
            <a:r>
              <a:rPr lang="en-US" sz="3000" dirty="0">
                <a:latin typeface="Ubuntu" panose="020B0504030602030204" pitchFamily="34" charset="0"/>
              </a:rPr>
              <a:t>Help Scrum team by facilitating transparency, inspection &amp; adaptation</a:t>
            </a:r>
          </a:p>
        </p:txBody>
      </p:sp>
      <p:sp>
        <p:nvSpPr>
          <p:cNvPr id="3" name="Content Placeholder 2">
            <a:extLst>
              <a:ext uri="{FF2B5EF4-FFF2-40B4-BE49-F238E27FC236}">
                <a16:creationId xmlns:a16="http://schemas.microsoft.com/office/drawing/2014/main" id="{9B42B0F5-1A67-8C70-FDCF-4C93DB02E94F}"/>
              </a:ext>
            </a:extLst>
          </p:cNvPr>
          <p:cNvSpPr>
            <a:spLocks noGrp="1"/>
          </p:cNvSpPr>
          <p:nvPr>
            <p:ph sz="quarter" idx="13"/>
          </p:nvPr>
        </p:nvSpPr>
        <p:spPr/>
        <p:txBody>
          <a:bodyPr/>
          <a:lstStyle/>
          <a:p>
            <a:r>
              <a:rPr lang="en-US" dirty="0"/>
              <a:t>Facilitate</a:t>
            </a:r>
            <a:endParaRPr lang="en-NL" dirty="0"/>
          </a:p>
        </p:txBody>
      </p:sp>
      <p:sp>
        <p:nvSpPr>
          <p:cNvPr id="4" name="Text Placeholder 3">
            <a:extLst>
              <a:ext uri="{FF2B5EF4-FFF2-40B4-BE49-F238E27FC236}">
                <a16:creationId xmlns:a16="http://schemas.microsoft.com/office/drawing/2014/main" id="{AA1D8D56-7997-9149-E3C2-4243BC163909}"/>
              </a:ext>
            </a:extLst>
          </p:cNvPr>
          <p:cNvSpPr>
            <a:spLocks noGrp="1"/>
          </p:cNvSpPr>
          <p:nvPr>
            <p:ph type="body" sz="quarter" idx="14"/>
          </p:nvPr>
        </p:nvSpPr>
        <p:spPr/>
        <p:txBody>
          <a:bodyPr/>
          <a:lstStyle/>
          <a:p>
            <a:r>
              <a:rPr lang="en-US" sz="3000" dirty="0">
                <a:latin typeface="Ubuntu" panose="020B0504030602030204" pitchFamily="34" charset="0"/>
              </a:rPr>
              <a:t>Enables Product Owner to focus on value delivery</a:t>
            </a:r>
          </a:p>
        </p:txBody>
      </p:sp>
      <p:sp>
        <p:nvSpPr>
          <p:cNvPr id="5" name="Content Placeholder 4">
            <a:extLst>
              <a:ext uri="{FF2B5EF4-FFF2-40B4-BE49-F238E27FC236}">
                <a16:creationId xmlns:a16="http://schemas.microsoft.com/office/drawing/2014/main" id="{B975B983-7343-8A2D-4201-2198F0BCF4D0}"/>
              </a:ext>
            </a:extLst>
          </p:cNvPr>
          <p:cNvSpPr>
            <a:spLocks noGrp="1"/>
          </p:cNvSpPr>
          <p:nvPr>
            <p:ph sz="quarter" idx="15"/>
          </p:nvPr>
        </p:nvSpPr>
        <p:spPr/>
        <p:txBody>
          <a:bodyPr/>
          <a:lstStyle/>
          <a:p>
            <a:r>
              <a:rPr lang="en-US" dirty="0"/>
              <a:t>value</a:t>
            </a:r>
            <a:endParaRPr lang="en-NL" dirty="0"/>
          </a:p>
        </p:txBody>
      </p:sp>
      <p:sp>
        <p:nvSpPr>
          <p:cNvPr id="6" name="Text Placeholder 1">
            <a:extLst>
              <a:ext uri="{FF2B5EF4-FFF2-40B4-BE49-F238E27FC236}">
                <a16:creationId xmlns:a16="http://schemas.microsoft.com/office/drawing/2014/main" id="{E465B4E2-6EB9-48B1-02D0-538A233218DB}"/>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15</a:t>
            </a:r>
          </a:p>
        </p:txBody>
      </p:sp>
      <p:sp>
        <p:nvSpPr>
          <p:cNvPr id="7" name="Tekstvak 6">
            <a:extLst>
              <a:ext uri="{FF2B5EF4-FFF2-40B4-BE49-F238E27FC236}">
                <a16:creationId xmlns:a16="http://schemas.microsoft.com/office/drawing/2014/main" id="{3F5FC898-5875-0325-7B95-79128546D80C}"/>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3631058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D84FF"/>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9F87C3-07A1-0EDC-D899-CD15F645C37F}"/>
              </a:ext>
            </a:extLst>
          </p:cNvPr>
          <p:cNvSpPr>
            <a:spLocks noGrp="1"/>
          </p:cNvSpPr>
          <p:nvPr>
            <p:ph type="body" sz="quarter" idx="12"/>
          </p:nvPr>
        </p:nvSpPr>
        <p:spPr/>
        <p:txBody>
          <a:bodyPr/>
          <a:lstStyle/>
          <a:p>
            <a:r>
              <a:rPr lang="en-US" sz="3000" dirty="0">
                <a:latin typeface="Ubuntu" panose="020B0504030602030204" pitchFamily="34" charset="0"/>
              </a:rPr>
              <a:t>Help stakeholders understand &amp; apply Agile principles</a:t>
            </a:r>
          </a:p>
        </p:txBody>
      </p:sp>
      <p:sp>
        <p:nvSpPr>
          <p:cNvPr id="3" name="Content Placeholder 2">
            <a:extLst>
              <a:ext uri="{FF2B5EF4-FFF2-40B4-BE49-F238E27FC236}">
                <a16:creationId xmlns:a16="http://schemas.microsoft.com/office/drawing/2014/main" id="{9B42B0F5-1A67-8C70-FDCF-4C93DB02E94F}"/>
              </a:ext>
            </a:extLst>
          </p:cNvPr>
          <p:cNvSpPr>
            <a:spLocks noGrp="1"/>
          </p:cNvSpPr>
          <p:nvPr>
            <p:ph sz="quarter" idx="13"/>
          </p:nvPr>
        </p:nvSpPr>
        <p:spPr/>
        <p:txBody>
          <a:bodyPr/>
          <a:lstStyle/>
          <a:p>
            <a:r>
              <a:rPr lang="en-US" dirty="0"/>
              <a:t>Facilitate</a:t>
            </a:r>
            <a:endParaRPr lang="en-NL" dirty="0"/>
          </a:p>
        </p:txBody>
      </p:sp>
      <p:sp>
        <p:nvSpPr>
          <p:cNvPr id="4" name="Text Placeholder 3">
            <a:extLst>
              <a:ext uri="{FF2B5EF4-FFF2-40B4-BE49-F238E27FC236}">
                <a16:creationId xmlns:a16="http://schemas.microsoft.com/office/drawing/2014/main" id="{AA1D8D56-7997-9149-E3C2-4243BC163909}"/>
              </a:ext>
            </a:extLst>
          </p:cNvPr>
          <p:cNvSpPr>
            <a:spLocks noGrp="1"/>
          </p:cNvSpPr>
          <p:nvPr>
            <p:ph type="body" sz="quarter" idx="14"/>
          </p:nvPr>
        </p:nvSpPr>
        <p:spPr/>
        <p:txBody>
          <a:bodyPr/>
          <a:lstStyle/>
          <a:p>
            <a:r>
              <a:rPr lang="en-US" sz="3000" dirty="0">
                <a:latin typeface="Ubuntu" panose="020B0504030602030204" pitchFamily="34" charset="0"/>
              </a:rPr>
              <a:t>Focus on continuous improvements in the value chain</a:t>
            </a:r>
          </a:p>
        </p:txBody>
      </p:sp>
      <p:sp>
        <p:nvSpPr>
          <p:cNvPr id="5" name="Content Placeholder 4">
            <a:extLst>
              <a:ext uri="{FF2B5EF4-FFF2-40B4-BE49-F238E27FC236}">
                <a16:creationId xmlns:a16="http://schemas.microsoft.com/office/drawing/2014/main" id="{B975B983-7343-8A2D-4201-2198F0BCF4D0}"/>
              </a:ext>
            </a:extLst>
          </p:cNvPr>
          <p:cNvSpPr>
            <a:spLocks noGrp="1"/>
          </p:cNvSpPr>
          <p:nvPr>
            <p:ph sz="quarter" idx="15"/>
          </p:nvPr>
        </p:nvSpPr>
        <p:spPr/>
        <p:txBody>
          <a:bodyPr/>
          <a:lstStyle/>
          <a:p>
            <a:r>
              <a:rPr lang="en-US" dirty="0"/>
              <a:t>value</a:t>
            </a:r>
            <a:endParaRPr lang="en-NL" dirty="0"/>
          </a:p>
        </p:txBody>
      </p:sp>
      <p:sp>
        <p:nvSpPr>
          <p:cNvPr id="6" name="Text Placeholder 1">
            <a:extLst>
              <a:ext uri="{FF2B5EF4-FFF2-40B4-BE49-F238E27FC236}">
                <a16:creationId xmlns:a16="http://schemas.microsoft.com/office/drawing/2014/main" id="{D10F6304-FA83-2181-CF93-41489AC119C9}"/>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a:t>
            </a:r>
          </a:p>
        </p:txBody>
      </p:sp>
      <p:sp>
        <p:nvSpPr>
          <p:cNvPr id="7" name="Tekstvak 6">
            <a:extLst>
              <a:ext uri="{FF2B5EF4-FFF2-40B4-BE49-F238E27FC236}">
                <a16:creationId xmlns:a16="http://schemas.microsoft.com/office/drawing/2014/main" id="{5C304BBF-6EF5-A427-DEF1-32D7D7ED820E}"/>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a</a:t>
            </a:r>
            <a:endParaRPr lang="nl-NL" dirty="0">
              <a:solidFill>
                <a:schemeClr val="bg1"/>
              </a:solidFill>
            </a:endParaRPr>
          </a:p>
        </p:txBody>
      </p:sp>
      <p:sp>
        <p:nvSpPr>
          <p:cNvPr id="8" name="Tekstvak 7">
            <a:extLst>
              <a:ext uri="{FF2B5EF4-FFF2-40B4-BE49-F238E27FC236}">
                <a16:creationId xmlns:a16="http://schemas.microsoft.com/office/drawing/2014/main" id="{6A7F3ADC-5A2B-968A-A88F-29B76272A520}"/>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solidFill>
                  <a:schemeClr val="bg1"/>
                </a:solidFill>
                <a:effectLst/>
                <a:uLnTx/>
                <a:uFillTx/>
                <a:latin typeface="American Captain" pitchFamily="2" charset="77"/>
                <a:ea typeface="+mn-ea"/>
                <a:cs typeface="+mn-cs"/>
              </a:rPr>
              <a:t>Scrum Master</a:t>
            </a:r>
            <a:endParaRPr lang="nl-NL" sz="1050" dirty="0">
              <a:solidFill>
                <a:schemeClr val="bg1"/>
              </a:solidFill>
            </a:endParaRPr>
          </a:p>
        </p:txBody>
      </p:sp>
    </p:spTree>
    <p:extLst>
      <p:ext uri="{BB962C8B-B14F-4D97-AF65-F5344CB8AC3E}">
        <p14:creationId xmlns:p14="http://schemas.microsoft.com/office/powerpoint/2010/main" val="161617201"/>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9F87C3-07A1-0EDC-D899-CD15F645C37F}"/>
              </a:ext>
            </a:extLst>
          </p:cNvPr>
          <p:cNvSpPr>
            <a:spLocks noGrp="1"/>
          </p:cNvSpPr>
          <p:nvPr>
            <p:ph type="body" sz="quarter" idx="12"/>
          </p:nvPr>
        </p:nvSpPr>
        <p:spPr/>
        <p:txBody>
          <a:bodyPr/>
          <a:lstStyle/>
          <a:p>
            <a:r>
              <a:rPr lang="en-US" sz="3000" dirty="0">
                <a:latin typeface="Ubuntu" panose="020B0504030602030204" pitchFamily="34" charset="0"/>
              </a:rPr>
              <a:t>Help stakeholders understand &amp; apply Agile principles</a:t>
            </a:r>
          </a:p>
        </p:txBody>
      </p:sp>
      <p:sp>
        <p:nvSpPr>
          <p:cNvPr id="3" name="Content Placeholder 2">
            <a:extLst>
              <a:ext uri="{FF2B5EF4-FFF2-40B4-BE49-F238E27FC236}">
                <a16:creationId xmlns:a16="http://schemas.microsoft.com/office/drawing/2014/main" id="{9B42B0F5-1A67-8C70-FDCF-4C93DB02E94F}"/>
              </a:ext>
            </a:extLst>
          </p:cNvPr>
          <p:cNvSpPr>
            <a:spLocks noGrp="1"/>
          </p:cNvSpPr>
          <p:nvPr>
            <p:ph sz="quarter" idx="13"/>
          </p:nvPr>
        </p:nvSpPr>
        <p:spPr/>
        <p:txBody>
          <a:bodyPr/>
          <a:lstStyle/>
          <a:p>
            <a:r>
              <a:rPr lang="en-US" dirty="0"/>
              <a:t>Facilitate</a:t>
            </a:r>
            <a:endParaRPr lang="en-NL" dirty="0"/>
          </a:p>
        </p:txBody>
      </p:sp>
      <p:sp>
        <p:nvSpPr>
          <p:cNvPr id="4" name="Text Placeholder 3">
            <a:extLst>
              <a:ext uri="{FF2B5EF4-FFF2-40B4-BE49-F238E27FC236}">
                <a16:creationId xmlns:a16="http://schemas.microsoft.com/office/drawing/2014/main" id="{AA1D8D56-7997-9149-E3C2-4243BC163909}"/>
              </a:ext>
            </a:extLst>
          </p:cNvPr>
          <p:cNvSpPr>
            <a:spLocks noGrp="1"/>
          </p:cNvSpPr>
          <p:nvPr>
            <p:ph type="body" sz="quarter" idx="14"/>
          </p:nvPr>
        </p:nvSpPr>
        <p:spPr/>
        <p:txBody>
          <a:bodyPr/>
          <a:lstStyle/>
          <a:p>
            <a:r>
              <a:rPr lang="en-US" sz="3000" dirty="0">
                <a:latin typeface="Ubuntu" panose="020B0504030602030204" pitchFamily="34" charset="0"/>
              </a:rPr>
              <a:t>Focus on continuous improvements in the value chain</a:t>
            </a:r>
          </a:p>
        </p:txBody>
      </p:sp>
      <p:sp>
        <p:nvSpPr>
          <p:cNvPr id="5" name="Content Placeholder 4">
            <a:extLst>
              <a:ext uri="{FF2B5EF4-FFF2-40B4-BE49-F238E27FC236}">
                <a16:creationId xmlns:a16="http://schemas.microsoft.com/office/drawing/2014/main" id="{B975B983-7343-8A2D-4201-2198F0BCF4D0}"/>
              </a:ext>
            </a:extLst>
          </p:cNvPr>
          <p:cNvSpPr>
            <a:spLocks noGrp="1"/>
          </p:cNvSpPr>
          <p:nvPr>
            <p:ph sz="quarter" idx="15"/>
          </p:nvPr>
        </p:nvSpPr>
        <p:spPr/>
        <p:txBody>
          <a:bodyPr/>
          <a:lstStyle/>
          <a:p>
            <a:r>
              <a:rPr lang="en-US" dirty="0"/>
              <a:t>value</a:t>
            </a:r>
            <a:endParaRPr lang="en-NL" dirty="0"/>
          </a:p>
        </p:txBody>
      </p:sp>
      <p:sp>
        <p:nvSpPr>
          <p:cNvPr id="6" name="Text Placeholder 1">
            <a:extLst>
              <a:ext uri="{FF2B5EF4-FFF2-40B4-BE49-F238E27FC236}">
                <a16:creationId xmlns:a16="http://schemas.microsoft.com/office/drawing/2014/main" id="{D10F6304-FA83-2181-CF93-41489AC119C9}"/>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a:t>
            </a:r>
          </a:p>
        </p:txBody>
      </p:sp>
      <p:sp>
        <p:nvSpPr>
          <p:cNvPr id="7" name="Tekstvak 6">
            <a:extLst>
              <a:ext uri="{FF2B5EF4-FFF2-40B4-BE49-F238E27FC236}">
                <a16:creationId xmlns:a16="http://schemas.microsoft.com/office/drawing/2014/main" id="{14D41FF3-7049-6508-6794-AA0C5547D332}"/>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1252257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D84FF"/>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9F87C3-07A1-0EDC-D899-CD15F645C37F}"/>
              </a:ext>
            </a:extLst>
          </p:cNvPr>
          <p:cNvSpPr>
            <a:spLocks noGrp="1"/>
          </p:cNvSpPr>
          <p:nvPr>
            <p:ph type="body" sz="quarter" idx="12"/>
          </p:nvPr>
        </p:nvSpPr>
        <p:spPr/>
        <p:txBody>
          <a:bodyPr/>
          <a:lstStyle/>
          <a:p>
            <a:r>
              <a:rPr lang="en-US" sz="3000" dirty="0">
                <a:latin typeface="Ubuntu" panose="020B0504030602030204" pitchFamily="34" charset="0"/>
              </a:rPr>
              <a:t>Help the organization to understand &amp; apply Agile principles</a:t>
            </a:r>
          </a:p>
        </p:txBody>
      </p:sp>
      <p:sp>
        <p:nvSpPr>
          <p:cNvPr id="3" name="Content Placeholder 2">
            <a:extLst>
              <a:ext uri="{FF2B5EF4-FFF2-40B4-BE49-F238E27FC236}">
                <a16:creationId xmlns:a16="http://schemas.microsoft.com/office/drawing/2014/main" id="{9B42B0F5-1A67-8C70-FDCF-4C93DB02E94F}"/>
              </a:ext>
            </a:extLst>
          </p:cNvPr>
          <p:cNvSpPr>
            <a:spLocks noGrp="1"/>
          </p:cNvSpPr>
          <p:nvPr>
            <p:ph sz="quarter" idx="13"/>
          </p:nvPr>
        </p:nvSpPr>
        <p:spPr/>
        <p:txBody>
          <a:bodyPr/>
          <a:lstStyle/>
          <a:p>
            <a:r>
              <a:rPr lang="en-US" dirty="0"/>
              <a:t>Facilitate</a:t>
            </a:r>
            <a:endParaRPr lang="en-NL" dirty="0"/>
          </a:p>
        </p:txBody>
      </p:sp>
      <p:sp>
        <p:nvSpPr>
          <p:cNvPr id="4" name="Text Placeholder 3">
            <a:extLst>
              <a:ext uri="{FF2B5EF4-FFF2-40B4-BE49-F238E27FC236}">
                <a16:creationId xmlns:a16="http://schemas.microsoft.com/office/drawing/2014/main" id="{AA1D8D56-7997-9149-E3C2-4243BC163909}"/>
              </a:ext>
            </a:extLst>
          </p:cNvPr>
          <p:cNvSpPr>
            <a:spLocks noGrp="1"/>
          </p:cNvSpPr>
          <p:nvPr>
            <p:ph type="body" sz="quarter" idx="14"/>
          </p:nvPr>
        </p:nvSpPr>
        <p:spPr/>
        <p:txBody>
          <a:bodyPr/>
          <a:lstStyle/>
          <a:p>
            <a:r>
              <a:rPr lang="en-US" sz="3000" dirty="0">
                <a:latin typeface="Ubuntu" panose="020B0504030602030204" pitchFamily="34" charset="0"/>
              </a:rPr>
              <a:t>Enables the organization to continuously have impact on customers</a:t>
            </a:r>
          </a:p>
        </p:txBody>
      </p:sp>
      <p:sp>
        <p:nvSpPr>
          <p:cNvPr id="5" name="Content Placeholder 4">
            <a:extLst>
              <a:ext uri="{FF2B5EF4-FFF2-40B4-BE49-F238E27FC236}">
                <a16:creationId xmlns:a16="http://schemas.microsoft.com/office/drawing/2014/main" id="{B975B983-7343-8A2D-4201-2198F0BCF4D0}"/>
              </a:ext>
            </a:extLst>
          </p:cNvPr>
          <p:cNvSpPr>
            <a:spLocks noGrp="1"/>
          </p:cNvSpPr>
          <p:nvPr>
            <p:ph sz="quarter" idx="15"/>
          </p:nvPr>
        </p:nvSpPr>
        <p:spPr/>
        <p:txBody>
          <a:bodyPr/>
          <a:lstStyle/>
          <a:p>
            <a:r>
              <a:rPr lang="en-US" dirty="0"/>
              <a:t>value</a:t>
            </a:r>
            <a:endParaRPr lang="en-NL" dirty="0"/>
          </a:p>
        </p:txBody>
      </p:sp>
      <p:sp>
        <p:nvSpPr>
          <p:cNvPr id="6" name="Text Placeholder 1">
            <a:extLst>
              <a:ext uri="{FF2B5EF4-FFF2-40B4-BE49-F238E27FC236}">
                <a16:creationId xmlns:a16="http://schemas.microsoft.com/office/drawing/2014/main" id="{ED5B7504-6185-5EDE-5BF5-A64E95E63231}"/>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8</a:t>
            </a:r>
          </a:p>
        </p:txBody>
      </p:sp>
      <p:sp>
        <p:nvSpPr>
          <p:cNvPr id="7" name="Tekstvak 6">
            <a:extLst>
              <a:ext uri="{FF2B5EF4-FFF2-40B4-BE49-F238E27FC236}">
                <a16:creationId xmlns:a16="http://schemas.microsoft.com/office/drawing/2014/main" id="{43232001-597D-6727-7270-DFB262921B6C}"/>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a</a:t>
            </a:r>
            <a:endParaRPr lang="nl-NL" dirty="0">
              <a:solidFill>
                <a:schemeClr val="bg1"/>
              </a:solidFill>
            </a:endParaRPr>
          </a:p>
        </p:txBody>
      </p:sp>
      <p:sp>
        <p:nvSpPr>
          <p:cNvPr id="8" name="Tekstvak 7">
            <a:extLst>
              <a:ext uri="{FF2B5EF4-FFF2-40B4-BE49-F238E27FC236}">
                <a16:creationId xmlns:a16="http://schemas.microsoft.com/office/drawing/2014/main" id="{235B56F4-B1EF-FBA5-179F-D82C60F18E1D}"/>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solidFill>
                  <a:schemeClr val="bg1"/>
                </a:solidFill>
                <a:effectLst/>
                <a:uLnTx/>
                <a:uFillTx/>
                <a:latin typeface="American Captain" pitchFamily="2" charset="77"/>
                <a:ea typeface="+mn-ea"/>
                <a:cs typeface="+mn-cs"/>
              </a:rPr>
              <a:t>Scrum Master</a:t>
            </a:r>
            <a:endParaRPr lang="nl-NL" sz="1050" dirty="0">
              <a:solidFill>
                <a:schemeClr val="bg1"/>
              </a:solidFill>
            </a:endParaRPr>
          </a:p>
        </p:txBody>
      </p:sp>
    </p:spTree>
    <p:extLst>
      <p:ext uri="{BB962C8B-B14F-4D97-AF65-F5344CB8AC3E}">
        <p14:creationId xmlns:p14="http://schemas.microsoft.com/office/powerpoint/2010/main" val="2564199674"/>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9F87C3-07A1-0EDC-D899-CD15F645C37F}"/>
              </a:ext>
            </a:extLst>
          </p:cNvPr>
          <p:cNvSpPr>
            <a:spLocks noGrp="1"/>
          </p:cNvSpPr>
          <p:nvPr>
            <p:ph type="body" sz="quarter" idx="12"/>
          </p:nvPr>
        </p:nvSpPr>
        <p:spPr/>
        <p:txBody>
          <a:bodyPr/>
          <a:lstStyle/>
          <a:p>
            <a:r>
              <a:rPr lang="en-US" sz="3000" dirty="0">
                <a:latin typeface="Ubuntu" panose="020B0504030602030204" pitchFamily="34" charset="0"/>
              </a:rPr>
              <a:t>Help the organization to understand &amp; apply Agile principles</a:t>
            </a:r>
          </a:p>
        </p:txBody>
      </p:sp>
      <p:sp>
        <p:nvSpPr>
          <p:cNvPr id="3" name="Content Placeholder 2">
            <a:extLst>
              <a:ext uri="{FF2B5EF4-FFF2-40B4-BE49-F238E27FC236}">
                <a16:creationId xmlns:a16="http://schemas.microsoft.com/office/drawing/2014/main" id="{9B42B0F5-1A67-8C70-FDCF-4C93DB02E94F}"/>
              </a:ext>
            </a:extLst>
          </p:cNvPr>
          <p:cNvSpPr>
            <a:spLocks noGrp="1"/>
          </p:cNvSpPr>
          <p:nvPr>
            <p:ph sz="quarter" idx="13"/>
          </p:nvPr>
        </p:nvSpPr>
        <p:spPr/>
        <p:txBody>
          <a:bodyPr/>
          <a:lstStyle/>
          <a:p>
            <a:r>
              <a:rPr lang="en-US" dirty="0"/>
              <a:t>Facilitate</a:t>
            </a:r>
            <a:endParaRPr lang="en-NL" dirty="0"/>
          </a:p>
        </p:txBody>
      </p:sp>
      <p:sp>
        <p:nvSpPr>
          <p:cNvPr id="4" name="Text Placeholder 3">
            <a:extLst>
              <a:ext uri="{FF2B5EF4-FFF2-40B4-BE49-F238E27FC236}">
                <a16:creationId xmlns:a16="http://schemas.microsoft.com/office/drawing/2014/main" id="{AA1D8D56-7997-9149-E3C2-4243BC163909}"/>
              </a:ext>
            </a:extLst>
          </p:cNvPr>
          <p:cNvSpPr>
            <a:spLocks noGrp="1"/>
          </p:cNvSpPr>
          <p:nvPr>
            <p:ph type="body" sz="quarter" idx="14"/>
          </p:nvPr>
        </p:nvSpPr>
        <p:spPr/>
        <p:txBody>
          <a:bodyPr/>
          <a:lstStyle/>
          <a:p>
            <a:r>
              <a:rPr lang="en-US" sz="3000" dirty="0">
                <a:latin typeface="Ubuntu" panose="020B0504030602030204" pitchFamily="34" charset="0"/>
              </a:rPr>
              <a:t>Enables the organization to continuously have impact on customers</a:t>
            </a:r>
          </a:p>
        </p:txBody>
      </p:sp>
      <p:sp>
        <p:nvSpPr>
          <p:cNvPr id="5" name="Content Placeholder 4">
            <a:extLst>
              <a:ext uri="{FF2B5EF4-FFF2-40B4-BE49-F238E27FC236}">
                <a16:creationId xmlns:a16="http://schemas.microsoft.com/office/drawing/2014/main" id="{B975B983-7343-8A2D-4201-2198F0BCF4D0}"/>
              </a:ext>
            </a:extLst>
          </p:cNvPr>
          <p:cNvSpPr>
            <a:spLocks noGrp="1"/>
          </p:cNvSpPr>
          <p:nvPr>
            <p:ph sz="quarter" idx="15"/>
          </p:nvPr>
        </p:nvSpPr>
        <p:spPr/>
        <p:txBody>
          <a:bodyPr/>
          <a:lstStyle/>
          <a:p>
            <a:r>
              <a:rPr lang="en-US" dirty="0"/>
              <a:t>value</a:t>
            </a:r>
            <a:endParaRPr lang="en-NL" dirty="0"/>
          </a:p>
        </p:txBody>
      </p:sp>
      <p:sp>
        <p:nvSpPr>
          <p:cNvPr id="6" name="Text Placeholder 1">
            <a:extLst>
              <a:ext uri="{FF2B5EF4-FFF2-40B4-BE49-F238E27FC236}">
                <a16:creationId xmlns:a16="http://schemas.microsoft.com/office/drawing/2014/main" id="{ED5B7504-6185-5EDE-5BF5-A64E95E63231}"/>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8</a:t>
            </a:r>
          </a:p>
        </p:txBody>
      </p:sp>
      <p:sp>
        <p:nvSpPr>
          <p:cNvPr id="7" name="Tekstvak 6">
            <a:extLst>
              <a:ext uri="{FF2B5EF4-FFF2-40B4-BE49-F238E27FC236}">
                <a16:creationId xmlns:a16="http://schemas.microsoft.com/office/drawing/2014/main" id="{49297E1D-35F4-95AC-9305-83AF7CE528CE}"/>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11513228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prstClr val="black"/>
              <a:schemeClr val="accent6">
                <a:tint val="45000"/>
                <a:satMod val="400000"/>
              </a:schemeClr>
            </a:duotone>
          </a:blip>
          <a:srcRect/>
          <a:stretch>
            <a:fillRect/>
          </a:stretch>
        </a:blipFill>
        <a:effectLst/>
      </p:bgPr>
    </p:bg>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ECEA923A-6646-4CBD-CA2F-4CABA4B7E0FB}"/>
              </a:ext>
            </a:extLst>
          </p:cNvPr>
          <p:cNvSpPr>
            <a:spLocks noGrp="1"/>
          </p:cNvSpPr>
          <p:nvPr>
            <p:ph type="body" sz="quarter" idx="13"/>
          </p:nvPr>
        </p:nvSpPr>
        <p:spPr>
          <a:prstGeom prst="rect">
            <a:avLst/>
          </a:prstGeom>
        </p:spPr>
        <p:txBody>
          <a:bodyPr/>
          <a:lstStyle/>
          <a:p>
            <a:r>
              <a:rPr lang="nl-NL" dirty="0"/>
              <a:t>Product </a:t>
            </a:r>
            <a:r>
              <a:rPr lang="nl-NL" dirty="0" err="1"/>
              <a:t>Owner</a:t>
            </a:r>
            <a:endParaRPr lang="nl-NL" dirty="0"/>
          </a:p>
        </p:txBody>
      </p:sp>
      <p:pic>
        <p:nvPicPr>
          <p:cNvPr id="7" name="Afbeelding 6">
            <a:extLst>
              <a:ext uri="{FF2B5EF4-FFF2-40B4-BE49-F238E27FC236}">
                <a16:creationId xmlns:a16="http://schemas.microsoft.com/office/drawing/2014/main" id="{24DE83CC-C79D-53B9-7AD5-B4EEF976E428}"/>
              </a:ext>
            </a:extLst>
          </p:cNvPr>
          <p:cNvPicPr>
            <a:picLocks noChangeAspect="1"/>
          </p:cNvPicPr>
          <p:nvPr/>
        </p:nvPicPr>
        <p:blipFill rotWithShape="1">
          <a:blip r:embed="rId3">
            <a:clrChange>
              <a:clrFrom>
                <a:srgbClr val="FEFEFE"/>
              </a:clrFrom>
              <a:clrTo>
                <a:srgbClr val="FEFEFE">
                  <a:alpha val="0"/>
                </a:srgbClr>
              </a:clrTo>
            </a:clrChange>
          </a:blip>
          <a:srcRect l="25959" t="19965" r="40156" b="41267"/>
          <a:stretch/>
        </p:blipFill>
        <p:spPr>
          <a:xfrm>
            <a:off x="3085680" y="3241884"/>
            <a:ext cx="1719689" cy="1255146"/>
          </a:xfrm>
          <a:prstGeom prst="rect">
            <a:avLst/>
          </a:prstGeom>
        </p:spPr>
      </p:pic>
      <p:pic>
        <p:nvPicPr>
          <p:cNvPr id="3" name="Afbeelding 2">
            <a:extLst>
              <a:ext uri="{FF2B5EF4-FFF2-40B4-BE49-F238E27FC236}">
                <a16:creationId xmlns:a16="http://schemas.microsoft.com/office/drawing/2014/main" id="{C49BDFFC-47C1-0A7B-2105-ED82FB204D10}"/>
              </a:ext>
            </a:extLst>
          </p:cNvPr>
          <p:cNvPicPr>
            <a:picLocks noChangeAspect="1"/>
          </p:cNvPicPr>
          <p:nvPr/>
        </p:nvPicPr>
        <p:blipFill rotWithShape="1">
          <a:blip r:embed="rId3">
            <a:clrChange>
              <a:clrFrom>
                <a:srgbClr val="FEFEFE"/>
              </a:clrFrom>
              <a:clrTo>
                <a:srgbClr val="FEFEFE">
                  <a:alpha val="0"/>
                </a:srgbClr>
              </a:clrTo>
            </a:clrChange>
          </a:blip>
          <a:srcRect l="56244" t="57741" r="40156" b="40704"/>
          <a:stretch/>
        </p:blipFill>
        <p:spPr>
          <a:xfrm>
            <a:off x="2957728" y="4636169"/>
            <a:ext cx="182698" cy="50354"/>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t 5">
                <a:extLst>
                  <a:ext uri="{FF2B5EF4-FFF2-40B4-BE49-F238E27FC236}">
                    <a16:creationId xmlns:a16="http://schemas.microsoft.com/office/drawing/2014/main" id="{90657862-BE81-D245-B559-7D5A0BE1739B}"/>
                  </a:ext>
                </a:extLst>
              </p14:cNvPr>
              <p14:cNvContentPartPr/>
              <p14:nvPr/>
            </p14:nvContentPartPr>
            <p14:xfrm>
              <a:off x="3082236" y="4648147"/>
              <a:ext cx="69480" cy="27720"/>
            </p14:xfrm>
          </p:contentPart>
        </mc:Choice>
        <mc:Fallback xmlns="">
          <p:pic>
            <p:nvPicPr>
              <p:cNvPr id="6" name="Inkt 5">
                <a:extLst>
                  <a:ext uri="{FF2B5EF4-FFF2-40B4-BE49-F238E27FC236}">
                    <a16:creationId xmlns:a16="http://schemas.microsoft.com/office/drawing/2014/main" id="{90657862-BE81-D245-B559-7D5A0BE1739B}"/>
                  </a:ext>
                </a:extLst>
              </p:cNvPr>
              <p:cNvPicPr/>
              <p:nvPr/>
            </p:nvPicPr>
            <p:blipFill>
              <a:blip r:embed="rId5"/>
              <a:stretch>
                <a:fillRect/>
              </a:stretch>
            </p:blipFill>
            <p:spPr>
              <a:xfrm>
                <a:off x="3073236" y="4639147"/>
                <a:ext cx="8712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t 7">
                <a:extLst>
                  <a:ext uri="{FF2B5EF4-FFF2-40B4-BE49-F238E27FC236}">
                    <a16:creationId xmlns:a16="http://schemas.microsoft.com/office/drawing/2014/main" id="{69E8FF23-9867-3C69-3245-AB26D3A02967}"/>
                  </a:ext>
                </a:extLst>
              </p14:cNvPr>
              <p14:cNvContentPartPr/>
              <p14:nvPr/>
            </p14:nvContentPartPr>
            <p14:xfrm>
              <a:off x="3049476" y="4668307"/>
              <a:ext cx="62280" cy="65160"/>
            </p14:xfrm>
          </p:contentPart>
        </mc:Choice>
        <mc:Fallback xmlns="">
          <p:pic>
            <p:nvPicPr>
              <p:cNvPr id="8" name="Inkt 7">
                <a:extLst>
                  <a:ext uri="{FF2B5EF4-FFF2-40B4-BE49-F238E27FC236}">
                    <a16:creationId xmlns:a16="http://schemas.microsoft.com/office/drawing/2014/main" id="{69E8FF23-9867-3C69-3245-AB26D3A02967}"/>
                  </a:ext>
                </a:extLst>
              </p:cNvPr>
              <p:cNvPicPr/>
              <p:nvPr/>
            </p:nvPicPr>
            <p:blipFill>
              <a:blip r:embed="rId7"/>
              <a:stretch>
                <a:fillRect/>
              </a:stretch>
            </p:blipFill>
            <p:spPr>
              <a:xfrm>
                <a:off x="3040476" y="4659307"/>
                <a:ext cx="799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t 8">
                <a:extLst>
                  <a:ext uri="{FF2B5EF4-FFF2-40B4-BE49-F238E27FC236}">
                    <a16:creationId xmlns:a16="http://schemas.microsoft.com/office/drawing/2014/main" id="{BD56A357-D0BB-EA1A-0CB9-CE20B8DCE85F}"/>
                  </a:ext>
                </a:extLst>
              </p14:cNvPr>
              <p14:cNvContentPartPr/>
              <p14:nvPr/>
            </p14:nvContentPartPr>
            <p14:xfrm>
              <a:off x="3544116" y="4661467"/>
              <a:ext cx="53280" cy="15840"/>
            </p14:xfrm>
          </p:contentPart>
        </mc:Choice>
        <mc:Fallback xmlns="">
          <p:pic>
            <p:nvPicPr>
              <p:cNvPr id="9" name="Inkt 8">
                <a:extLst>
                  <a:ext uri="{FF2B5EF4-FFF2-40B4-BE49-F238E27FC236}">
                    <a16:creationId xmlns:a16="http://schemas.microsoft.com/office/drawing/2014/main" id="{BD56A357-D0BB-EA1A-0CB9-CE20B8DCE85F}"/>
                  </a:ext>
                </a:extLst>
              </p:cNvPr>
              <p:cNvPicPr/>
              <p:nvPr/>
            </p:nvPicPr>
            <p:blipFill>
              <a:blip r:embed="rId9"/>
              <a:stretch>
                <a:fillRect/>
              </a:stretch>
            </p:blipFill>
            <p:spPr>
              <a:xfrm>
                <a:off x="3535116" y="4652258"/>
                <a:ext cx="70920" cy="3389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t 9">
                <a:extLst>
                  <a:ext uri="{FF2B5EF4-FFF2-40B4-BE49-F238E27FC236}">
                    <a16:creationId xmlns:a16="http://schemas.microsoft.com/office/drawing/2014/main" id="{898DDDA1-C21B-4698-C5E6-6179AB00A0D3}"/>
                  </a:ext>
                </a:extLst>
              </p14:cNvPr>
              <p14:cNvContentPartPr/>
              <p14:nvPr/>
            </p14:nvContentPartPr>
            <p14:xfrm>
              <a:off x="2690556" y="4637347"/>
              <a:ext cx="302760" cy="99000"/>
            </p14:xfrm>
          </p:contentPart>
        </mc:Choice>
        <mc:Fallback xmlns="">
          <p:pic>
            <p:nvPicPr>
              <p:cNvPr id="10" name="Inkt 9">
                <a:extLst>
                  <a:ext uri="{FF2B5EF4-FFF2-40B4-BE49-F238E27FC236}">
                    <a16:creationId xmlns:a16="http://schemas.microsoft.com/office/drawing/2014/main" id="{898DDDA1-C21B-4698-C5E6-6179AB00A0D3}"/>
                  </a:ext>
                </a:extLst>
              </p:cNvPr>
              <p:cNvPicPr/>
              <p:nvPr/>
            </p:nvPicPr>
            <p:blipFill>
              <a:blip r:embed="rId11"/>
              <a:stretch>
                <a:fillRect/>
              </a:stretch>
            </p:blipFill>
            <p:spPr>
              <a:xfrm>
                <a:off x="2681556" y="4628347"/>
                <a:ext cx="3204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t 10">
                <a:extLst>
                  <a:ext uri="{FF2B5EF4-FFF2-40B4-BE49-F238E27FC236}">
                    <a16:creationId xmlns:a16="http://schemas.microsoft.com/office/drawing/2014/main" id="{4863E786-BEA2-8C83-BA2D-75751D93C379}"/>
                  </a:ext>
                </a:extLst>
              </p14:cNvPr>
              <p14:cNvContentPartPr/>
              <p14:nvPr/>
            </p14:nvContentPartPr>
            <p14:xfrm>
              <a:off x="2849316" y="4654627"/>
              <a:ext cx="412920" cy="137160"/>
            </p14:xfrm>
          </p:contentPart>
        </mc:Choice>
        <mc:Fallback xmlns="">
          <p:pic>
            <p:nvPicPr>
              <p:cNvPr id="11" name="Inkt 10">
                <a:extLst>
                  <a:ext uri="{FF2B5EF4-FFF2-40B4-BE49-F238E27FC236}">
                    <a16:creationId xmlns:a16="http://schemas.microsoft.com/office/drawing/2014/main" id="{4863E786-BEA2-8C83-BA2D-75751D93C379}"/>
                  </a:ext>
                </a:extLst>
              </p:cNvPr>
              <p:cNvPicPr/>
              <p:nvPr/>
            </p:nvPicPr>
            <p:blipFill>
              <a:blip r:embed="rId13"/>
              <a:stretch>
                <a:fillRect/>
              </a:stretch>
            </p:blipFill>
            <p:spPr>
              <a:xfrm>
                <a:off x="2840308" y="4645627"/>
                <a:ext cx="430575"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t 11">
                <a:extLst>
                  <a:ext uri="{FF2B5EF4-FFF2-40B4-BE49-F238E27FC236}">
                    <a16:creationId xmlns:a16="http://schemas.microsoft.com/office/drawing/2014/main" id="{FC6AD24F-8C43-FB7A-8BD4-1397376AF352}"/>
                  </a:ext>
                </a:extLst>
              </p14:cNvPr>
              <p14:cNvContentPartPr/>
              <p14:nvPr/>
            </p14:nvContentPartPr>
            <p14:xfrm>
              <a:off x="3544476" y="4672267"/>
              <a:ext cx="39960" cy="20160"/>
            </p14:xfrm>
          </p:contentPart>
        </mc:Choice>
        <mc:Fallback xmlns="">
          <p:pic>
            <p:nvPicPr>
              <p:cNvPr id="12" name="Inkt 11">
                <a:extLst>
                  <a:ext uri="{FF2B5EF4-FFF2-40B4-BE49-F238E27FC236}">
                    <a16:creationId xmlns:a16="http://schemas.microsoft.com/office/drawing/2014/main" id="{FC6AD24F-8C43-FB7A-8BD4-1397376AF352}"/>
                  </a:ext>
                </a:extLst>
              </p:cNvPr>
              <p:cNvPicPr/>
              <p:nvPr/>
            </p:nvPicPr>
            <p:blipFill>
              <a:blip r:embed="rId15"/>
              <a:stretch>
                <a:fillRect/>
              </a:stretch>
            </p:blipFill>
            <p:spPr>
              <a:xfrm>
                <a:off x="3535476" y="4663267"/>
                <a:ext cx="576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t 12">
                <a:extLst>
                  <a:ext uri="{FF2B5EF4-FFF2-40B4-BE49-F238E27FC236}">
                    <a16:creationId xmlns:a16="http://schemas.microsoft.com/office/drawing/2014/main" id="{102C8C5B-9D02-73CA-4CBE-CC37F6AD9D4D}"/>
                  </a:ext>
                </a:extLst>
              </p14:cNvPr>
              <p14:cNvContentPartPr/>
              <p14:nvPr/>
            </p14:nvContentPartPr>
            <p14:xfrm>
              <a:off x="3045876" y="4623667"/>
              <a:ext cx="158040" cy="117360"/>
            </p14:xfrm>
          </p:contentPart>
        </mc:Choice>
        <mc:Fallback xmlns="">
          <p:pic>
            <p:nvPicPr>
              <p:cNvPr id="13" name="Inkt 12">
                <a:extLst>
                  <a:ext uri="{FF2B5EF4-FFF2-40B4-BE49-F238E27FC236}">
                    <a16:creationId xmlns:a16="http://schemas.microsoft.com/office/drawing/2014/main" id="{102C8C5B-9D02-73CA-4CBE-CC37F6AD9D4D}"/>
                  </a:ext>
                </a:extLst>
              </p:cNvPr>
              <p:cNvPicPr/>
              <p:nvPr/>
            </p:nvPicPr>
            <p:blipFill>
              <a:blip r:embed="rId17"/>
              <a:stretch>
                <a:fillRect/>
              </a:stretch>
            </p:blipFill>
            <p:spPr>
              <a:xfrm>
                <a:off x="3036876" y="4614695"/>
                <a:ext cx="175680" cy="134946"/>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t 14">
                <a:extLst>
                  <a:ext uri="{FF2B5EF4-FFF2-40B4-BE49-F238E27FC236}">
                    <a16:creationId xmlns:a16="http://schemas.microsoft.com/office/drawing/2014/main" id="{F001A590-2E7B-915D-A630-951FF269C44C}"/>
                  </a:ext>
                </a:extLst>
              </p14:cNvPr>
              <p14:cNvContentPartPr/>
              <p14:nvPr/>
            </p14:nvContentPartPr>
            <p14:xfrm>
              <a:off x="3036180" y="4431330"/>
              <a:ext cx="85680" cy="61920"/>
            </p14:xfrm>
          </p:contentPart>
        </mc:Choice>
        <mc:Fallback xmlns="">
          <p:pic>
            <p:nvPicPr>
              <p:cNvPr id="15" name="Inkt 14">
                <a:extLst>
                  <a:ext uri="{FF2B5EF4-FFF2-40B4-BE49-F238E27FC236}">
                    <a16:creationId xmlns:a16="http://schemas.microsoft.com/office/drawing/2014/main" id="{F001A590-2E7B-915D-A630-951FF269C44C}"/>
                  </a:ext>
                </a:extLst>
              </p:cNvPr>
              <p:cNvPicPr/>
              <p:nvPr/>
            </p:nvPicPr>
            <p:blipFill>
              <a:blip r:embed="rId19"/>
              <a:stretch>
                <a:fillRect/>
              </a:stretch>
            </p:blipFill>
            <p:spPr>
              <a:xfrm>
                <a:off x="3027180" y="4422277"/>
                <a:ext cx="103320" cy="79663"/>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 name="Inkt 15">
                <a:extLst>
                  <a:ext uri="{FF2B5EF4-FFF2-40B4-BE49-F238E27FC236}">
                    <a16:creationId xmlns:a16="http://schemas.microsoft.com/office/drawing/2014/main" id="{E974B81D-3556-2481-2F94-252504D922A4}"/>
                  </a:ext>
                </a:extLst>
              </p14:cNvPr>
              <p14:cNvContentPartPr/>
              <p14:nvPr/>
            </p14:nvContentPartPr>
            <p14:xfrm>
              <a:off x="3044820" y="4373370"/>
              <a:ext cx="81720" cy="36720"/>
            </p14:xfrm>
          </p:contentPart>
        </mc:Choice>
        <mc:Fallback xmlns="">
          <p:pic>
            <p:nvPicPr>
              <p:cNvPr id="16" name="Inkt 15">
                <a:extLst>
                  <a:ext uri="{FF2B5EF4-FFF2-40B4-BE49-F238E27FC236}">
                    <a16:creationId xmlns:a16="http://schemas.microsoft.com/office/drawing/2014/main" id="{E974B81D-3556-2481-2F94-252504D922A4}"/>
                  </a:ext>
                </a:extLst>
              </p:cNvPr>
              <p:cNvPicPr/>
              <p:nvPr/>
            </p:nvPicPr>
            <p:blipFill>
              <a:blip r:embed="rId21"/>
              <a:stretch>
                <a:fillRect/>
              </a:stretch>
            </p:blipFill>
            <p:spPr>
              <a:xfrm>
                <a:off x="3035820" y="4364281"/>
                <a:ext cx="99360" cy="54535"/>
              </a:xfrm>
              <a:prstGeom prst="rect">
                <a:avLst/>
              </a:prstGeom>
            </p:spPr>
          </p:pic>
        </mc:Fallback>
      </mc:AlternateContent>
    </p:spTree>
    <p:extLst>
      <p:ext uri="{BB962C8B-B14F-4D97-AF65-F5344CB8AC3E}">
        <p14:creationId xmlns:p14="http://schemas.microsoft.com/office/powerpoint/2010/main" val="3047105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prstClr val="black"/>
              <a:schemeClr val="accent6">
                <a:tint val="45000"/>
                <a:satMod val="400000"/>
              </a:schemeClr>
            </a:duotone>
          </a:blip>
          <a:srcRect/>
          <a:stretch>
            <a:fillRect/>
          </a:stretch>
        </a:blip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0D120C6-5AC4-6C08-0916-B0F350634FBD}"/>
              </a:ext>
            </a:extLst>
          </p:cNvPr>
          <p:cNvSpPr>
            <a:spLocks noGrp="1"/>
          </p:cNvSpPr>
          <p:nvPr>
            <p:ph type="ftr" sz="quarter" idx="11"/>
          </p:nvPr>
        </p:nvSpPr>
        <p:spPr/>
        <p:txBody>
          <a:bodyPr/>
          <a:lstStyle/>
          <a:p>
            <a:r>
              <a:rPr lang="en-GB" dirty="0"/>
              <a:t>V 1.0.1</a:t>
            </a:r>
            <a:endParaRPr lang="en-NL" dirty="0"/>
          </a:p>
        </p:txBody>
      </p:sp>
    </p:spTree>
    <p:extLst>
      <p:ext uri="{BB962C8B-B14F-4D97-AF65-F5344CB8AC3E}">
        <p14:creationId xmlns:p14="http://schemas.microsoft.com/office/powerpoint/2010/main" val="979985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890E70-EDB5-4D8C-2B4F-029FA9E51D4E}"/>
              </a:ext>
            </a:extLst>
          </p:cNvPr>
          <p:cNvSpPr>
            <a:spLocks noGrp="1"/>
          </p:cNvSpPr>
          <p:nvPr>
            <p:ph type="body" sz="quarter" idx="12"/>
          </p:nvPr>
        </p:nvSpPr>
        <p:spPr/>
        <p:txBody>
          <a:bodyPr/>
          <a:lstStyle/>
          <a:p>
            <a:r>
              <a:rPr lang="en-US" sz="3000" dirty="0">
                <a:latin typeface="Ubuntu" panose="020B0504030602030204" pitchFamily="34" charset="0"/>
              </a:rPr>
              <a:t>Focus on creating requirements &amp; Product Backlog Items</a:t>
            </a:r>
          </a:p>
        </p:txBody>
      </p:sp>
      <p:sp>
        <p:nvSpPr>
          <p:cNvPr id="3" name="Content Placeholder 2">
            <a:extLst>
              <a:ext uri="{FF2B5EF4-FFF2-40B4-BE49-F238E27FC236}">
                <a16:creationId xmlns:a16="http://schemas.microsoft.com/office/drawing/2014/main" id="{0E733FD9-82CF-FCB7-F012-0EAA939C393E}"/>
              </a:ext>
            </a:extLst>
          </p:cNvPr>
          <p:cNvSpPr>
            <a:spLocks noGrp="1"/>
          </p:cNvSpPr>
          <p:nvPr>
            <p:ph sz="quarter" idx="13"/>
          </p:nvPr>
        </p:nvSpPr>
        <p:spPr/>
        <p:txBody>
          <a:bodyPr/>
          <a:lstStyle/>
          <a:p>
            <a:r>
              <a:rPr lang="en-US" dirty="0"/>
              <a:t>value</a:t>
            </a:r>
            <a:endParaRPr lang="en-NL" dirty="0"/>
          </a:p>
        </p:txBody>
      </p:sp>
      <p:sp>
        <p:nvSpPr>
          <p:cNvPr id="4" name="Text Placeholder 3">
            <a:extLst>
              <a:ext uri="{FF2B5EF4-FFF2-40B4-BE49-F238E27FC236}">
                <a16:creationId xmlns:a16="http://schemas.microsoft.com/office/drawing/2014/main" id="{F978620C-B722-98CC-0FA2-E22F5047512F}"/>
              </a:ext>
            </a:extLst>
          </p:cNvPr>
          <p:cNvSpPr>
            <a:spLocks noGrp="1"/>
          </p:cNvSpPr>
          <p:nvPr>
            <p:ph type="body" sz="quarter" idx="14"/>
          </p:nvPr>
        </p:nvSpPr>
        <p:spPr/>
        <p:txBody>
          <a:bodyPr/>
          <a:lstStyle/>
          <a:p>
            <a:r>
              <a:rPr lang="en-US" sz="3000" dirty="0">
                <a:latin typeface="Ubuntu" panose="020B0504030602030204" pitchFamily="34" charset="0"/>
              </a:rPr>
              <a:t>Executes plans &amp; decisions made by stakeholders</a:t>
            </a:r>
          </a:p>
        </p:txBody>
      </p:sp>
      <p:sp>
        <p:nvSpPr>
          <p:cNvPr id="5" name="Content Placeholder 4">
            <a:extLst>
              <a:ext uri="{FF2B5EF4-FFF2-40B4-BE49-F238E27FC236}">
                <a16:creationId xmlns:a16="http://schemas.microsoft.com/office/drawing/2014/main" id="{CC5FDBA6-3880-4279-5835-037270B656BC}"/>
              </a:ext>
            </a:extLst>
          </p:cNvPr>
          <p:cNvSpPr>
            <a:spLocks noGrp="1"/>
          </p:cNvSpPr>
          <p:nvPr>
            <p:ph sz="quarter" idx="15"/>
          </p:nvPr>
        </p:nvSpPr>
        <p:spPr/>
        <p:txBody>
          <a:bodyPr/>
          <a:lstStyle/>
          <a:p>
            <a:r>
              <a:rPr lang="en-US" dirty="0"/>
              <a:t>mandate</a:t>
            </a:r>
            <a:endParaRPr lang="en-NL" dirty="0"/>
          </a:p>
        </p:txBody>
      </p:sp>
      <p:sp>
        <p:nvSpPr>
          <p:cNvPr id="6" name="Text Placeholder 1">
            <a:extLst>
              <a:ext uri="{FF2B5EF4-FFF2-40B4-BE49-F238E27FC236}">
                <a16:creationId xmlns:a16="http://schemas.microsoft.com/office/drawing/2014/main" id="{0053F6A2-9CE5-1161-4CE8-79A7313E43CB}"/>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3</a:t>
            </a:r>
          </a:p>
        </p:txBody>
      </p:sp>
      <p:sp>
        <p:nvSpPr>
          <p:cNvPr id="7" name="Tekstvak 6">
            <a:extLst>
              <a:ext uri="{FF2B5EF4-FFF2-40B4-BE49-F238E27FC236}">
                <a16:creationId xmlns:a16="http://schemas.microsoft.com/office/drawing/2014/main" id="{11C3B778-579D-CA6E-C36C-F171CBB1530D}"/>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a</a:t>
            </a:r>
            <a:endParaRPr lang="nl-NL" dirty="0">
              <a:solidFill>
                <a:schemeClr val="bg1"/>
              </a:solidFill>
            </a:endParaRPr>
          </a:p>
        </p:txBody>
      </p:sp>
      <p:sp>
        <p:nvSpPr>
          <p:cNvPr id="8" name="Tekstvak 7">
            <a:extLst>
              <a:ext uri="{FF2B5EF4-FFF2-40B4-BE49-F238E27FC236}">
                <a16:creationId xmlns:a16="http://schemas.microsoft.com/office/drawing/2014/main" id="{3F2F29AB-A93A-30AD-9235-BDBA22C60D94}"/>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solidFill>
                  <a:schemeClr val="bg1"/>
                </a:solidFill>
                <a:effectLst/>
                <a:uLnTx/>
                <a:uFillTx/>
                <a:latin typeface="American Captain" pitchFamily="2" charset="77"/>
                <a:ea typeface="+mn-ea"/>
                <a:cs typeface="+mn-cs"/>
              </a:rPr>
              <a:t>Product Owner</a:t>
            </a:r>
            <a:endParaRPr lang="nl-NL" sz="1050" dirty="0">
              <a:solidFill>
                <a:schemeClr val="bg1"/>
              </a:solidFill>
            </a:endParaRPr>
          </a:p>
        </p:txBody>
      </p:sp>
    </p:spTree>
    <p:extLst>
      <p:ext uri="{BB962C8B-B14F-4D97-AF65-F5344CB8AC3E}">
        <p14:creationId xmlns:p14="http://schemas.microsoft.com/office/powerpoint/2010/main" val="19628987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890E70-EDB5-4D8C-2B4F-029FA9E51D4E}"/>
              </a:ext>
            </a:extLst>
          </p:cNvPr>
          <p:cNvSpPr>
            <a:spLocks noGrp="1"/>
          </p:cNvSpPr>
          <p:nvPr>
            <p:ph type="body" sz="quarter" idx="12"/>
          </p:nvPr>
        </p:nvSpPr>
        <p:spPr/>
        <p:txBody>
          <a:bodyPr/>
          <a:lstStyle/>
          <a:p>
            <a:r>
              <a:rPr lang="en-US" sz="3000" dirty="0">
                <a:latin typeface="Ubuntu" panose="020B0504030602030204" pitchFamily="34" charset="0"/>
              </a:rPr>
              <a:t>Focus on creating requirements &amp; Product Backlog Items</a:t>
            </a:r>
          </a:p>
        </p:txBody>
      </p:sp>
      <p:sp>
        <p:nvSpPr>
          <p:cNvPr id="3" name="Content Placeholder 2">
            <a:extLst>
              <a:ext uri="{FF2B5EF4-FFF2-40B4-BE49-F238E27FC236}">
                <a16:creationId xmlns:a16="http://schemas.microsoft.com/office/drawing/2014/main" id="{0E733FD9-82CF-FCB7-F012-0EAA939C393E}"/>
              </a:ext>
            </a:extLst>
          </p:cNvPr>
          <p:cNvSpPr>
            <a:spLocks noGrp="1"/>
          </p:cNvSpPr>
          <p:nvPr>
            <p:ph sz="quarter" idx="13"/>
          </p:nvPr>
        </p:nvSpPr>
        <p:spPr/>
        <p:txBody>
          <a:bodyPr/>
          <a:lstStyle/>
          <a:p>
            <a:r>
              <a:rPr lang="en-US" dirty="0"/>
              <a:t>value</a:t>
            </a:r>
            <a:endParaRPr lang="en-NL" dirty="0"/>
          </a:p>
        </p:txBody>
      </p:sp>
      <p:sp>
        <p:nvSpPr>
          <p:cNvPr id="4" name="Text Placeholder 3">
            <a:extLst>
              <a:ext uri="{FF2B5EF4-FFF2-40B4-BE49-F238E27FC236}">
                <a16:creationId xmlns:a16="http://schemas.microsoft.com/office/drawing/2014/main" id="{F978620C-B722-98CC-0FA2-E22F5047512F}"/>
              </a:ext>
            </a:extLst>
          </p:cNvPr>
          <p:cNvSpPr>
            <a:spLocks noGrp="1"/>
          </p:cNvSpPr>
          <p:nvPr>
            <p:ph type="body" sz="quarter" idx="14"/>
          </p:nvPr>
        </p:nvSpPr>
        <p:spPr/>
        <p:txBody>
          <a:bodyPr/>
          <a:lstStyle/>
          <a:p>
            <a:r>
              <a:rPr lang="en-US" sz="3000" dirty="0">
                <a:latin typeface="Ubuntu" panose="020B0504030602030204" pitchFamily="34" charset="0"/>
              </a:rPr>
              <a:t>Executes plans &amp; decisions made by stakeholders</a:t>
            </a:r>
          </a:p>
        </p:txBody>
      </p:sp>
      <p:sp>
        <p:nvSpPr>
          <p:cNvPr id="5" name="Content Placeholder 4">
            <a:extLst>
              <a:ext uri="{FF2B5EF4-FFF2-40B4-BE49-F238E27FC236}">
                <a16:creationId xmlns:a16="http://schemas.microsoft.com/office/drawing/2014/main" id="{CC5FDBA6-3880-4279-5835-037270B656BC}"/>
              </a:ext>
            </a:extLst>
          </p:cNvPr>
          <p:cNvSpPr>
            <a:spLocks noGrp="1"/>
          </p:cNvSpPr>
          <p:nvPr>
            <p:ph sz="quarter" idx="15"/>
          </p:nvPr>
        </p:nvSpPr>
        <p:spPr/>
        <p:txBody>
          <a:bodyPr/>
          <a:lstStyle/>
          <a:p>
            <a:r>
              <a:rPr lang="en-US" dirty="0"/>
              <a:t>mandate</a:t>
            </a:r>
            <a:endParaRPr lang="en-NL" dirty="0"/>
          </a:p>
        </p:txBody>
      </p:sp>
      <p:sp>
        <p:nvSpPr>
          <p:cNvPr id="6" name="Text Placeholder 1">
            <a:extLst>
              <a:ext uri="{FF2B5EF4-FFF2-40B4-BE49-F238E27FC236}">
                <a16:creationId xmlns:a16="http://schemas.microsoft.com/office/drawing/2014/main" id="{0053F6A2-9CE5-1161-4CE8-79A7313E43CB}"/>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3</a:t>
            </a:r>
          </a:p>
        </p:txBody>
      </p:sp>
      <p:sp>
        <p:nvSpPr>
          <p:cNvPr id="7" name="Tekstvak 6">
            <a:extLst>
              <a:ext uri="{FF2B5EF4-FFF2-40B4-BE49-F238E27FC236}">
                <a16:creationId xmlns:a16="http://schemas.microsoft.com/office/drawing/2014/main" id="{02D112F5-69A6-69B0-43D4-24188388516B}"/>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2954588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890E70-EDB5-4D8C-2B4F-029FA9E51D4E}"/>
              </a:ext>
            </a:extLst>
          </p:cNvPr>
          <p:cNvSpPr>
            <a:spLocks noGrp="1"/>
          </p:cNvSpPr>
          <p:nvPr>
            <p:ph type="body" sz="quarter" idx="12"/>
          </p:nvPr>
        </p:nvSpPr>
        <p:spPr/>
        <p:txBody>
          <a:bodyPr/>
          <a:lstStyle/>
          <a:p>
            <a:r>
              <a:rPr lang="en-US" sz="3000" dirty="0">
                <a:latin typeface="Ubuntu" panose="020B0504030602030204" pitchFamily="34" charset="0"/>
              </a:rPr>
              <a:t>Focus on creating Sprint Goals &amp; Product Increments</a:t>
            </a:r>
          </a:p>
        </p:txBody>
      </p:sp>
      <p:sp>
        <p:nvSpPr>
          <p:cNvPr id="3" name="Content Placeholder 2">
            <a:extLst>
              <a:ext uri="{FF2B5EF4-FFF2-40B4-BE49-F238E27FC236}">
                <a16:creationId xmlns:a16="http://schemas.microsoft.com/office/drawing/2014/main" id="{0E733FD9-82CF-FCB7-F012-0EAA939C393E}"/>
              </a:ext>
            </a:extLst>
          </p:cNvPr>
          <p:cNvSpPr>
            <a:spLocks noGrp="1"/>
          </p:cNvSpPr>
          <p:nvPr>
            <p:ph sz="quarter" idx="13"/>
          </p:nvPr>
        </p:nvSpPr>
        <p:spPr/>
        <p:txBody>
          <a:bodyPr/>
          <a:lstStyle/>
          <a:p>
            <a:r>
              <a:rPr lang="en-US" dirty="0"/>
              <a:t>value</a:t>
            </a:r>
            <a:endParaRPr lang="en-NL" dirty="0"/>
          </a:p>
        </p:txBody>
      </p:sp>
      <p:sp>
        <p:nvSpPr>
          <p:cNvPr id="4" name="Text Placeholder 3">
            <a:extLst>
              <a:ext uri="{FF2B5EF4-FFF2-40B4-BE49-F238E27FC236}">
                <a16:creationId xmlns:a16="http://schemas.microsoft.com/office/drawing/2014/main" id="{F978620C-B722-98CC-0FA2-E22F5047512F}"/>
              </a:ext>
            </a:extLst>
          </p:cNvPr>
          <p:cNvSpPr>
            <a:spLocks noGrp="1"/>
          </p:cNvSpPr>
          <p:nvPr>
            <p:ph type="body" sz="quarter" idx="14"/>
          </p:nvPr>
        </p:nvSpPr>
        <p:spPr/>
        <p:txBody>
          <a:bodyPr/>
          <a:lstStyle/>
          <a:p>
            <a:r>
              <a:rPr lang="en-US" sz="3000" dirty="0">
                <a:latin typeface="Ubuntu" panose="020B0504030602030204" pitchFamily="34" charset="0"/>
              </a:rPr>
              <a:t>Has influence on stakeholders in making plans &amp; Product related decisions</a:t>
            </a:r>
          </a:p>
        </p:txBody>
      </p:sp>
      <p:sp>
        <p:nvSpPr>
          <p:cNvPr id="5" name="Content Placeholder 4">
            <a:extLst>
              <a:ext uri="{FF2B5EF4-FFF2-40B4-BE49-F238E27FC236}">
                <a16:creationId xmlns:a16="http://schemas.microsoft.com/office/drawing/2014/main" id="{CC5FDBA6-3880-4279-5835-037270B656BC}"/>
              </a:ext>
            </a:extLst>
          </p:cNvPr>
          <p:cNvSpPr>
            <a:spLocks noGrp="1"/>
          </p:cNvSpPr>
          <p:nvPr>
            <p:ph sz="quarter" idx="15"/>
          </p:nvPr>
        </p:nvSpPr>
        <p:spPr/>
        <p:txBody>
          <a:bodyPr/>
          <a:lstStyle/>
          <a:p>
            <a:r>
              <a:rPr lang="en-US" dirty="0"/>
              <a:t>mandate</a:t>
            </a:r>
            <a:endParaRPr lang="en-NL" dirty="0"/>
          </a:p>
        </p:txBody>
      </p:sp>
      <p:sp>
        <p:nvSpPr>
          <p:cNvPr id="6" name="Text Placeholder 1">
            <a:extLst>
              <a:ext uri="{FF2B5EF4-FFF2-40B4-BE49-F238E27FC236}">
                <a16:creationId xmlns:a16="http://schemas.microsoft.com/office/drawing/2014/main" id="{785CE489-A858-784D-5923-57B8923E5C1C}"/>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4</a:t>
            </a:r>
          </a:p>
        </p:txBody>
      </p:sp>
      <p:sp>
        <p:nvSpPr>
          <p:cNvPr id="7" name="Tekstvak 6">
            <a:extLst>
              <a:ext uri="{FF2B5EF4-FFF2-40B4-BE49-F238E27FC236}">
                <a16:creationId xmlns:a16="http://schemas.microsoft.com/office/drawing/2014/main" id="{986C39E6-1CE8-ED11-07E8-C7C30780635A}"/>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a</a:t>
            </a:r>
            <a:endParaRPr lang="nl-NL" dirty="0">
              <a:solidFill>
                <a:schemeClr val="bg1"/>
              </a:solidFill>
            </a:endParaRPr>
          </a:p>
        </p:txBody>
      </p:sp>
      <p:sp>
        <p:nvSpPr>
          <p:cNvPr id="8" name="Tekstvak 7">
            <a:extLst>
              <a:ext uri="{FF2B5EF4-FFF2-40B4-BE49-F238E27FC236}">
                <a16:creationId xmlns:a16="http://schemas.microsoft.com/office/drawing/2014/main" id="{87AC2605-5AAE-591B-7A2A-2883464A186A}"/>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solidFill>
                  <a:schemeClr val="bg1"/>
                </a:solidFill>
                <a:effectLst/>
                <a:uLnTx/>
                <a:uFillTx/>
                <a:latin typeface="American Captain" pitchFamily="2" charset="77"/>
                <a:ea typeface="+mn-ea"/>
                <a:cs typeface="+mn-cs"/>
              </a:rPr>
              <a:t>Product Owner</a:t>
            </a:r>
            <a:endParaRPr lang="nl-NL" sz="1050" dirty="0">
              <a:solidFill>
                <a:schemeClr val="bg1"/>
              </a:solidFill>
            </a:endParaRPr>
          </a:p>
        </p:txBody>
      </p:sp>
    </p:spTree>
    <p:extLst>
      <p:ext uri="{BB962C8B-B14F-4D97-AF65-F5344CB8AC3E}">
        <p14:creationId xmlns:p14="http://schemas.microsoft.com/office/powerpoint/2010/main" val="37413289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890E70-EDB5-4D8C-2B4F-029FA9E51D4E}"/>
              </a:ext>
            </a:extLst>
          </p:cNvPr>
          <p:cNvSpPr>
            <a:spLocks noGrp="1"/>
          </p:cNvSpPr>
          <p:nvPr>
            <p:ph type="body" sz="quarter" idx="12"/>
          </p:nvPr>
        </p:nvSpPr>
        <p:spPr/>
        <p:txBody>
          <a:bodyPr/>
          <a:lstStyle/>
          <a:p>
            <a:r>
              <a:rPr lang="en-US" sz="3000" dirty="0">
                <a:latin typeface="Ubuntu" panose="020B0504030602030204" pitchFamily="34" charset="0"/>
              </a:rPr>
              <a:t>Focus on creating Sprint Goals &amp; Product Increments</a:t>
            </a:r>
          </a:p>
        </p:txBody>
      </p:sp>
      <p:sp>
        <p:nvSpPr>
          <p:cNvPr id="3" name="Content Placeholder 2">
            <a:extLst>
              <a:ext uri="{FF2B5EF4-FFF2-40B4-BE49-F238E27FC236}">
                <a16:creationId xmlns:a16="http://schemas.microsoft.com/office/drawing/2014/main" id="{0E733FD9-82CF-FCB7-F012-0EAA939C393E}"/>
              </a:ext>
            </a:extLst>
          </p:cNvPr>
          <p:cNvSpPr>
            <a:spLocks noGrp="1"/>
          </p:cNvSpPr>
          <p:nvPr>
            <p:ph sz="quarter" idx="13"/>
          </p:nvPr>
        </p:nvSpPr>
        <p:spPr/>
        <p:txBody>
          <a:bodyPr/>
          <a:lstStyle/>
          <a:p>
            <a:r>
              <a:rPr lang="en-US" dirty="0"/>
              <a:t>value</a:t>
            </a:r>
            <a:endParaRPr lang="en-NL" dirty="0"/>
          </a:p>
        </p:txBody>
      </p:sp>
      <p:sp>
        <p:nvSpPr>
          <p:cNvPr id="4" name="Text Placeholder 3">
            <a:extLst>
              <a:ext uri="{FF2B5EF4-FFF2-40B4-BE49-F238E27FC236}">
                <a16:creationId xmlns:a16="http://schemas.microsoft.com/office/drawing/2014/main" id="{F978620C-B722-98CC-0FA2-E22F5047512F}"/>
              </a:ext>
            </a:extLst>
          </p:cNvPr>
          <p:cNvSpPr>
            <a:spLocks noGrp="1"/>
          </p:cNvSpPr>
          <p:nvPr>
            <p:ph type="body" sz="quarter" idx="14"/>
          </p:nvPr>
        </p:nvSpPr>
        <p:spPr/>
        <p:txBody>
          <a:bodyPr/>
          <a:lstStyle/>
          <a:p>
            <a:r>
              <a:rPr lang="en-US" sz="3000" dirty="0">
                <a:latin typeface="Ubuntu" panose="020B0504030602030204" pitchFamily="34" charset="0"/>
              </a:rPr>
              <a:t>Has influence on stakeholders in making plans &amp; Product related decisions</a:t>
            </a:r>
          </a:p>
        </p:txBody>
      </p:sp>
      <p:sp>
        <p:nvSpPr>
          <p:cNvPr id="5" name="Content Placeholder 4">
            <a:extLst>
              <a:ext uri="{FF2B5EF4-FFF2-40B4-BE49-F238E27FC236}">
                <a16:creationId xmlns:a16="http://schemas.microsoft.com/office/drawing/2014/main" id="{CC5FDBA6-3880-4279-5835-037270B656BC}"/>
              </a:ext>
            </a:extLst>
          </p:cNvPr>
          <p:cNvSpPr>
            <a:spLocks noGrp="1"/>
          </p:cNvSpPr>
          <p:nvPr>
            <p:ph sz="quarter" idx="15"/>
          </p:nvPr>
        </p:nvSpPr>
        <p:spPr/>
        <p:txBody>
          <a:bodyPr/>
          <a:lstStyle/>
          <a:p>
            <a:r>
              <a:rPr lang="en-US" dirty="0"/>
              <a:t>mandate</a:t>
            </a:r>
            <a:endParaRPr lang="en-NL" dirty="0"/>
          </a:p>
        </p:txBody>
      </p:sp>
      <p:sp>
        <p:nvSpPr>
          <p:cNvPr id="6" name="Text Placeholder 1">
            <a:extLst>
              <a:ext uri="{FF2B5EF4-FFF2-40B4-BE49-F238E27FC236}">
                <a16:creationId xmlns:a16="http://schemas.microsoft.com/office/drawing/2014/main" id="{785CE489-A858-784D-5923-57B8923E5C1C}"/>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4</a:t>
            </a:r>
          </a:p>
        </p:txBody>
      </p:sp>
      <p:sp>
        <p:nvSpPr>
          <p:cNvPr id="7" name="Tekstvak 6">
            <a:extLst>
              <a:ext uri="{FF2B5EF4-FFF2-40B4-BE49-F238E27FC236}">
                <a16:creationId xmlns:a16="http://schemas.microsoft.com/office/drawing/2014/main" id="{B8DD25D2-3A5A-6CB9-BF8F-EF739B0C9DAF}"/>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397487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890E70-EDB5-4D8C-2B4F-029FA9E51D4E}"/>
              </a:ext>
            </a:extLst>
          </p:cNvPr>
          <p:cNvSpPr>
            <a:spLocks noGrp="1"/>
          </p:cNvSpPr>
          <p:nvPr>
            <p:ph type="body" sz="quarter" idx="12"/>
          </p:nvPr>
        </p:nvSpPr>
        <p:spPr/>
        <p:txBody>
          <a:bodyPr/>
          <a:lstStyle/>
          <a:p>
            <a:r>
              <a:rPr lang="en-US" sz="3000" dirty="0">
                <a:latin typeface="Ubuntu" panose="020B0504030602030204" pitchFamily="34" charset="0"/>
              </a:rPr>
              <a:t>Focus on creating value &amp; process</a:t>
            </a:r>
          </a:p>
        </p:txBody>
      </p:sp>
      <p:sp>
        <p:nvSpPr>
          <p:cNvPr id="3" name="Content Placeholder 2">
            <a:extLst>
              <a:ext uri="{FF2B5EF4-FFF2-40B4-BE49-F238E27FC236}">
                <a16:creationId xmlns:a16="http://schemas.microsoft.com/office/drawing/2014/main" id="{0E733FD9-82CF-FCB7-F012-0EAA939C393E}"/>
              </a:ext>
            </a:extLst>
          </p:cNvPr>
          <p:cNvSpPr>
            <a:spLocks noGrp="1"/>
          </p:cNvSpPr>
          <p:nvPr>
            <p:ph sz="quarter" idx="13"/>
          </p:nvPr>
        </p:nvSpPr>
        <p:spPr/>
        <p:txBody>
          <a:bodyPr/>
          <a:lstStyle/>
          <a:p>
            <a:r>
              <a:rPr lang="en-US" dirty="0"/>
              <a:t>value</a:t>
            </a:r>
            <a:endParaRPr lang="en-NL" dirty="0"/>
          </a:p>
        </p:txBody>
      </p:sp>
      <p:sp>
        <p:nvSpPr>
          <p:cNvPr id="4" name="Text Placeholder 3">
            <a:extLst>
              <a:ext uri="{FF2B5EF4-FFF2-40B4-BE49-F238E27FC236}">
                <a16:creationId xmlns:a16="http://schemas.microsoft.com/office/drawing/2014/main" id="{F978620C-B722-98CC-0FA2-E22F5047512F}"/>
              </a:ext>
            </a:extLst>
          </p:cNvPr>
          <p:cNvSpPr>
            <a:spLocks noGrp="1"/>
          </p:cNvSpPr>
          <p:nvPr>
            <p:ph type="body" sz="quarter" idx="14"/>
          </p:nvPr>
        </p:nvSpPr>
        <p:spPr/>
        <p:txBody>
          <a:bodyPr/>
          <a:lstStyle/>
          <a:p>
            <a:r>
              <a:rPr lang="en-US" sz="3000" dirty="0">
                <a:latin typeface="Ubuntu" panose="020B0504030602030204" pitchFamily="34" charset="0"/>
              </a:rPr>
              <a:t>Collaborate with stakeholders to make plans &amp; Product related decisions</a:t>
            </a:r>
          </a:p>
        </p:txBody>
      </p:sp>
      <p:sp>
        <p:nvSpPr>
          <p:cNvPr id="5" name="Content Placeholder 4">
            <a:extLst>
              <a:ext uri="{FF2B5EF4-FFF2-40B4-BE49-F238E27FC236}">
                <a16:creationId xmlns:a16="http://schemas.microsoft.com/office/drawing/2014/main" id="{CC5FDBA6-3880-4279-5835-037270B656BC}"/>
              </a:ext>
            </a:extLst>
          </p:cNvPr>
          <p:cNvSpPr>
            <a:spLocks noGrp="1"/>
          </p:cNvSpPr>
          <p:nvPr>
            <p:ph sz="quarter" idx="15"/>
          </p:nvPr>
        </p:nvSpPr>
        <p:spPr/>
        <p:txBody>
          <a:bodyPr/>
          <a:lstStyle/>
          <a:p>
            <a:r>
              <a:rPr lang="en-US" dirty="0"/>
              <a:t>mandate</a:t>
            </a:r>
            <a:endParaRPr lang="en-NL" dirty="0"/>
          </a:p>
        </p:txBody>
      </p:sp>
      <p:sp>
        <p:nvSpPr>
          <p:cNvPr id="6" name="Text Placeholder 1">
            <a:extLst>
              <a:ext uri="{FF2B5EF4-FFF2-40B4-BE49-F238E27FC236}">
                <a16:creationId xmlns:a16="http://schemas.microsoft.com/office/drawing/2014/main" id="{BA244130-E98C-1723-C038-309240C3E6ED}"/>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9</a:t>
            </a:r>
          </a:p>
        </p:txBody>
      </p:sp>
      <p:sp>
        <p:nvSpPr>
          <p:cNvPr id="7" name="Tekstvak 6">
            <a:extLst>
              <a:ext uri="{FF2B5EF4-FFF2-40B4-BE49-F238E27FC236}">
                <a16:creationId xmlns:a16="http://schemas.microsoft.com/office/drawing/2014/main" id="{D3A2504F-58CA-B0FF-3456-5633636A996D}"/>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a</a:t>
            </a:r>
            <a:endParaRPr lang="nl-NL" dirty="0">
              <a:solidFill>
                <a:schemeClr val="bg1"/>
              </a:solidFill>
            </a:endParaRPr>
          </a:p>
        </p:txBody>
      </p:sp>
      <p:sp>
        <p:nvSpPr>
          <p:cNvPr id="8" name="Tekstvak 7">
            <a:extLst>
              <a:ext uri="{FF2B5EF4-FFF2-40B4-BE49-F238E27FC236}">
                <a16:creationId xmlns:a16="http://schemas.microsoft.com/office/drawing/2014/main" id="{A9D9D348-04C6-199D-6774-4D1C16CBE5CC}"/>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solidFill>
                  <a:schemeClr val="bg1"/>
                </a:solidFill>
                <a:effectLst/>
                <a:uLnTx/>
                <a:uFillTx/>
                <a:latin typeface="American Captain" pitchFamily="2" charset="77"/>
                <a:ea typeface="+mn-ea"/>
                <a:cs typeface="+mn-cs"/>
              </a:rPr>
              <a:t>Product Owner</a:t>
            </a:r>
            <a:endParaRPr lang="nl-NL" sz="1050" dirty="0">
              <a:solidFill>
                <a:schemeClr val="bg1"/>
              </a:solidFill>
            </a:endParaRPr>
          </a:p>
        </p:txBody>
      </p:sp>
    </p:spTree>
    <p:extLst>
      <p:ext uri="{BB962C8B-B14F-4D97-AF65-F5344CB8AC3E}">
        <p14:creationId xmlns:p14="http://schemas.microsoft.com/office/powerpoint/2010/main" val="33372176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890E70-EDB5-4D8C-2B4F-029FA9E51D4E}"/>
              </a:ext>
            </a:extLst>
          </p:cNvPr>
          <p:cNvSpPr>
            <a:spLocks noGrp="1"/>
          </p:cNvSpPr>
          <p:nvPr>
            <p:ph type="body" sz="quarter" idx="12"/>
          </p:nvPr>
        </p:nvSpPr>
        <p:spPr/>
        <p:txBody>
          <a:bodyPr/>
          <a:lstStyle/>
          <a:p>
            <a:r>
              <a:rPr lang="en-US" sz="3000" dirty="0">
                <a:latin typeface="Ubuntu" panose="020B0504030602030204" pitchFamily="34" charset="0"/>
              </a:rPr>
              <a:t>Focus on creating value </a:t>
            </a:r>
            <a:r>
              <a:rPr lang="en-US" sz="3000">
                <a:latin typeface="Ubuntu" panose="020B0504030602030204" pitchFamily="34" charset="0"/>
              </a:rPr>
              <a:t>&amp; process</a:t>
            </a:r>
            <a:endParaRPr lang="en-US" sz="3000" dirty="0">
              <a:latin typeface="Ubuntu" panose="020B0504030602030204" pitchFamily="34" charset="0"/>
            </a:endParaRPr>
          </a:p>
        </p:txBody>
      </p:sp>
      <p:sp>
        <p:nvSpPr>
          <p:cNvPr id="3" name="Content Placeholder 2">
            <a:extLst>
              <a:ext uri="{FF2B5EF4-FFF2-40B4-BE49-F238E27FC236}">
                <a16:creationId xmlns:a16="http://schemas.microsoft.com/office/drawing/2014/main" id="{0E733FD9-82CF-FCB7-F012-0EAA939C393E}"/>
              </a:ext>
            </a:extLst>
          </p:cNvPr>
          <p:cNvSpPr>
            <a:spLocks noGrp="1"/>
          </p:cNvSpPr>
          <p:nvPr>
            <p:ph sz="quarter" idx="13"/>
          </p:nvPr>
        </p:nvSpPr>
        <p:spPr/>
        <p:txBody>
          <a:bodyPr/>
          <a:lstStyle/>
          <a:p>
            <a:r>
              <a:rPr lang="en-US" dirty="0"/>
              <a:t>value</a:t>
            </a:r>
            <a:endParaRPr lang="en-NL" dirty="0"/>
          </a:p>
        </p:txBody>
      </p:sp>
      <p:sp>
        <p:nvSpPr>
          <p:cNvPr id="4" name="Text Placeholder 3">
            <a:extLst>
              <a:ext uri="{FF2B5EF4-FFF2-40B4-BE49-F238E27FC236}">
                <a16:creationId xmlns:a16="http://schemas.microsoft.com/office/drawing/2014/main" id="{F978620C-B722-98CC-0FA2-E22F5047512F}"/>
              </a:ext>
            </a:extLst>
          </p:cNvPr>
          <p:cNvSpPr>
            <a:spLocks noGrp="1"/>
          </p:cNvSpPr>
          <p:nvPr>
            <p:ph type="body" sz="quarter" idx="14"/>
          </p:nvPr>
        </p:nvSpPr>
        <p:spPr/>
        <p:txBody>
          <a:bodyPr/>
          <a:lstStyle/>
          <a:p>
            <a:r>
              <a:rPr lang="en-US" sz="3000" dirty="0">
                <a:latin typeface="Ubuntu" panose="020B0504030602030204" pitchFamily="34" charset="0"/>
              </a:rPr>
              <a:t>Collaborate with stakeholders to make plans &amp; Product related decisions</a:t>
            </a:r>
          </a:p>
        </p:txBody>
      </p:sp>
      <p:sp>
        <p:nvSpPr>
          <p:cNvPr id="5" name="Content Placeholder 4">
            <a:extLst>
              <a:ext uri="{FF2B5EF4-FFF2-40B4-BE49-F238E27FC236}">
                <a16:creationId xmlns:a16="http://schemas.microsoft.com/office/drawing/2014/main" id="{CC5FDBA6-3880-4279-5835-037270B656BC}"/>
              </a:ext>
            </a:extLst>
          </p:cNvPr>
          <p:cNvSpPr>
            <a:spLocks noGrp="1"/>
          </p:cNvSpPr>
          <p:nvPr>
            <p:ph sz="quarter" idx="15"/>
          </p:nvPr>
        </p:nvSpPr>
        <p:spPr/>
        <p:txBody>
          <a:bodyPr/>
          <a:lstStyle/>
          <a:p>
            <a:r>
              <a:rPr lang="en-US" dirty="0"/>
              <a:t>mandate</a:t>
            </a:r>
            <a:endParaRPr lang="en-NL" dirty="0"/>
          </a:p>
        </p:txBody>
      </p:sp>
      <p:sp>
        <p:nvSpPr>
          <p:cNvPr id="6" name="Text Placeholder 1">
            <a:extLst>
              <a:ext uri="{FF2B5EF4-FFF2-40B4-BE49-F238E27FC236}">
                <a16:creationId xmlns:a16="http://schemas.microsoft.com/office/drawing/2014/main" id="{BA244130-E98C-1723-C038-309240C3E6ED}"/>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9</a:t>
            </a:r>
          </a:p>
        </p:txBody>
      </p:sp>
      <p:sp>
        <p:nvSpPr>
          <p:cNvPr id="7" name="Tekstvak 6">
            <a:extLst>
              <a:ext uri="{FF2B5EF4-FFF2-40B4-BE49-F238E27FC236}">
                <a16:creationId xmlns:a16="http://schemas.microsoft.com/office/drawing/2014/main" id="{2142BB4E-64C9-18B3-5556-4DC7E0F1D9E4}"/>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3775546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890E70-EDB5-4D8C-2B4F-029FA9E51D4E}"/>
              </a:ext>
            </a:extLst>
          </p:cNvPr>
          <p:cNvSpPr>
            <a:spLocks noGrp="1"/>
          </p:cNvSpPr>
          <p:nvPr>
            <p:ph type="body" sz="quarter" idx="12"/>
          </p:nvPr>
        </p:nvSpPr>
        <p:spPr/>
        <p:txBody>
          <a:bodyPr/>
          <a:lstStyle/>
          <a:p>
            <a:r>
              <a:rPr lang="en-US" sz="3000" dirty="0">
                <a:latin typeface="Ubuntu" panose="020B0504030602030204" pitchFamily="34" charset="0"/>
              </a:rPr>
              <a:t>Focus on continuous value creation &amp; stakeholder collaboration</a:t>
            </a:r>
          </a:p>
        </p:txBody>
      </p:sp>
      <p:sp>
        <p:nvSpPr>
          <p:cNvPr id="3" name="Content Placeholder 2">
            <a:extLst>
              <a:ext uri="{FF2B5EF4-FFF2-40B4-BE49-F238E27FC236}">
                <a16:creationId xmlns:a16="http://schemas.microsoft.com/office/drawing/2014/main" id="{0E733FD9-82CF-FCB7-F012-0EAA939C393E}"/>
              </a:ext>
            </a:extLst>
          </p:cNvPr>
          <p:cNvSpPr>
            <a:spLocks noGrp="1"/>
          </p:cNvSpPr>
          <p:nvPr>
            <p:ph sz="quarter" idx="13"/>
          </p:nvPr>
        </p:nvSpPr>
        <p:spPr/>
        <p:txBody>
          <a:bodyPr/>
          <a:lstStyle/>
          <a:p>
            <a:r>
              <a:rPr lang="en-US" dirty="0"/>
              <a:t>value</a:t>
            </a:r>
            <a:endParaRPr lang="en-NL" dirty="0"/>
          </a:p>
        </p:txBody>
      </p:sp>
      <p:sp>
        <p:nvSpPr>
          <p:cNvPr id="4" name="Text Placeholder 3">
            <a:extLst>
              <a:ext uri="{FF2B5EF4-FFF2-40B4-BE49-F238E27FC236}">
                <a16:creationId xmlns:a16="http://schemas.microsoft.com/office/drawing/2014/main" id="{F978620C-B722-98CC-0FA2-E22F5047512F}"/>
              </a:ext>
            </a:extLst>
          </p:cNvPr>
          <p:cNvSpPr>
            <a:spLocks noGrp="1"/>
          </p:cNvSpPr>
          <p:nvPr>
            <p:ph type="body" sz="quarter" idx="14"/>
          </p:nvPr>
        </p:nvSpPr>
        <p:spPr/>
        <p:txBody>
          <a:bodyPr/>
          <a:lstStyle/>
          <a:p>
            <a:r>
              <a:rPr lang="en-US" sz="3000" dirty="0">
                <a:latin typeface="Ubuntu" panose="020B0504030602030204" pitchFamily="34" charset="0"/>
              </a:rPr>
              <a:t>Has mandate to make Product related decisions &amp; release plans</a:t>
            </a:r>
          </a:p>
        </p:txBody>
      </p:sp>
      <p:sp>
        <p:nvSpPr>
          <p:cNvPr id="5" name="Content Placeholder 4">
            <a:extLst>
              <a:ext uri="{FF2B5EF4-FFF2-40B4-BE49-F238E27FC236}">
                <a16:creationId xmlns:a16="http://schemas.microsoft.com/office/drawing/2014/main" id="{CC5FDBA6-3880-4279-5835-037270B656BC}"/>
              </a:ext>
            </a:extLst>
          </p:cNvPr>
          <p:cNvSpPr>
            <a:spLocks noGrp="1"/>
          </p:cNvSpPr>
          <p:nvPr>
            <p:ph sz="quarter" idx="15"/>
          </p:nvPr>
        </p:nvSpPr>
        <p:spPr/>
        <p:txBody>
          <a:bodyPr/>
          <a:lstStyle/>
          <a:p>
            <a:r>
              <a:rPr lang="en-US" dirty="0"/>
              <a:t>mandate</a:t>
            </a:r>
            <a:endParaRPr lang="en-NL" dirty="0"/>
          </a:p>
        </p:txBody>
      </p:sp>
      <p:sp>
        <p:nvSpPr>
          <p:cNvPr id="6" name="Text Placeholder 1">
            <a:extLst>
              <a:ext uri="{FF2B5EF4-FFF2-40B4-BE49-F238E27FC236}">
                <a16:creationId xmlns:a16="http://schemas.microsoft.com/office/drawing/2014/main" id="{14273908-59D9-940C-9E72-950C9177D7BD}"/>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10</a:t>
            </a:r>
          </a:p>
        </p:txBody>
      </p:sp>
      <p:sp>
        <p:nvSpPr>
          <p:cNvPr id="7" name="Tekstvak 6">
            <a:extLst>
              <a:ext uri="{FF2B5EF4-FFF2-40B4-BE49-F238E27FC236}">
                <a16:creationId xmlns:a16="http://schemas.microsoft.com/office/drawing/2014/main" id="{E5E74D37-C093-1651-E504-61D0D57F0E4E}"/>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a</a:t>
            </a:r>
            <a:endParaRPr lang="nl-NL" dirty="0">
              <a:solidFill>
                <a:schemeClr val="bg1"/>
              </a:solidFill>
            </a:endParaRPr>
          </a:p>
        </p:txBody>
      </p:sp>
      <p:sp>
        <p:nvSpPr>
          <p:cNvPr id="8" name="Tekstvak 7">
            <a:extLst>
              <a:ext uri="{FF2B5EF4-FFF2-40B4-BE49-F238E27FC236}">
                <a16:creationId xmlns:a16="http://schemas.microsoft.com/office/drawing/2014/main" id="{2E089746-CC9D-4D45-8721-1DDEE612EA45}"/>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solidFill>
                  <a:schemeClr val="bg1"/>
                </a:solidFill>
                <a:effectLst/>
                <a:uLnTx/>
                <a:uFillTx/>
                <a:latin typeface="American Captain" pitchFamily="2" charset="77"/>
                <a:ea typeface="+mn-ea"/>
                <a:cs typeface="+mn-cs"/>
              </a:rPr>
              <a:t>Product Owner</a:t>
            </a:r>
            <a:endParaRPr lang="nl-NL" sz="1050" dirty="0">
              <a:solidFill>
                <a:schemeClr val="bg1"/>
              </a:solidFill>
            </a:endParaRPr>
          </a:p>
        </p:txBody>
      </p:sp>
    </p:spTree>
    <p:extLst>
      <p:ext uri="{BB962C8B-B14F-4D97-AF65-F5344CB8AC3E}">
        <p14:creationId xmlns:p14="http://schemas.microsoft.com/office/powerpoint/2010/main" val="5390562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890E70-EDB5-4D8C-2B4F-029FA9E51D4E}"/>
              </a:ext>
            </a:extLst>
          </p:cNvPr>
          <p:cNvSpPr>
            <a:spLocks noGrp="1"/>
          </p:cNvSpPr>
          <p:nvPr>
            <p:ph type="body" sz="quarter" idx="12"/>
          </p:nvPr>
        </p:nvSpPr>
        <p:spPr/>
        <p:txBody>
          <a:bodyPr/>
          <a:lstStyle/>
          <a:p>
            <a:r>
              <a:rPr lang="en-US" sz="3000" dirty="0">
                <a:latin typeface="Ubuntu" panose="020B0504030602030204" pitchFamily="34" charset="0"/>
              </a:rPr>
              <a:t>Focus on continuous value creation &amp; stakeholder collaboration</a:t>
            </a:r>
          </a:p>
        </p:txBody>
      </p:sp>
      <p:sp>
        <p:nvSpPr>
          <p:cNvPr id="3" name="Content Placeholder 2">
            <a:extLst>
              <a:ext uri="{FF2B5EF4-FFF2-40B4-BE49-F238E27FC236}">
                <a16:creationId xmlns:a16="http://schemas.microsoft.com/office/drawing/2014/main" id="{0E733FD9-82CF-FCB7-F012-0EAA939C393E}"/>
              </a:ext>
            </a:extLst>
          </p:cNvPr>
          <p:cNvSpPr>
            <a:spLocks noGrp="1"/>
          </p:cNvSpPr>
          <p:nvPr>
            <p:ph sz="quarter" idx="13"/>
          </p:nvPr>
        </p:nvSpPr>
        <p:spPr/>
        <p:txBody>
          <a:bodyPr/>
          <a:lstStyle/>
          <a:p>
            <a:r>
              <a:rPr lang="en-US" dirty="0"/>
              <a:t>value</a:t>
            </a:r>
            <a:endParaRPr lang="en-NL" dirty="0"/>
          </a:p>
        </p:txBody>
      </p:sp>
      <p:sp>
        <p:nvSpPr>
          <p:cNvPr id="4" name="Text Placeholder 3">
            <a:extLst>
              <a:ext uri="{FF2B5EF4-FFF2-40B4-BE49-F238E27FC236}">
                <a16:creationId xmlns:a16="http://schemas.microsoft.com/office/drawing/2014/main" id="{F978620C-B722-98CC-0FA2-E22F5047512F}"/>
              </a:ext>
            </a:extLst>
          </p:cNvPr>
          <p:cNvSpPr>
            <a:spLocks noGrp="1"/>
          </p:cNvSpPr>
          <p:nvPr>
            <p:ph type="body" sz="quarter" idx="14"/>
          </p:nvPr>
        </p:nvSpPr>
        <p:spPr/>
        <p:txBody>
          <a:bodyPr/>
          <a:lstStyle/>
          <a:p>
            <a:r>
              <a:rPr lang="en-US" sz="3000" dirty="0">
                <a:latin typeface="Ubuntu" panose="020B0504030602030204" pitchFamily="34" charset="0"/>
              </a:rPr>
              <a:t>Has mandate to make Product related decisions &amp; release plans</a:t>
            </a:r>
          </a:p>
        </p:txBody>
      </p:sp>
      <p:sp>
        <p:nvSpPr>
          <p:cNvPr id="5" name="Content Placeholder 4">
            <a:extLst>
              <a:ext uri="{FF2B5EF4-FFF2-40B4-BE49-F238E27FC236}">
                <a16:creationId xmlns:a16="http://schemas.microsoft.com/office/drawing/2014/main" id="{CC5FDBA6-3880-4279-5835-037270B656BC}"/>
              </a:ext>
            </a:extLst>
          </p:cNvPr>
          <p:cNvSpPr>
            <a:spLocks noGrp="1"/>
          </p:cNvSpPr>
          <p:nvPr>
            <p:ph sz="quarter" idx="15"/>
          </p:nvPr>
        </p:nvSpPr>
        <p:spPr/>
        <p:txBody>
          <a:bodyPr/>
          <a:lstStyle/>
          <a:p>
            <a:r>
              <a:rPr lang="en-US" dirty="0"/>
              <a:t>mandate</a:t>
            </a:r>
            <a:endParaRPr lang="en-NL" dirty="0"/>
          </a:p>
        </p:txBody>
      </p:sp>
      <p:sp>
        <p:nvSpPr>
          <p:cNvPr id="6" name="Text Placeholder 1">
            <a:extLst>
              <a:ext uri="{FF2B5EF4-FFF2-40B4-BE49-F238E27FC236}">
                <a16:creationId xmlns:a16="http://schemas.microsoft.com/office/drawing/2014/main" id="{14273908-59D9-940C-9E72-950C9177D7BD}"/>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10</a:t>
            </a:r>
          </a:p>
        </p:txBody>
      </p:sp>
      <p:sp>
        <p:nvSpPr>
          <p:cNvPr id="7" name="Tekstvak 6">
            <a:extLst>
              <a:ext uri="{FF2B5EF4-FFF2-40B4-BE49-F238E27FC236}">
                <a16:creationId xmlns:a16="http://schemas.microsoft.com/office/drawing/2014/main" id="{8CCA8934-6370-F891-C258-F2201EF3B538}"/>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1929060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890E70-EDB5-4D8C-2B4F-029FA9E51D4E}"/>
              </a:ext>
            </a:extLst>
          </p:cNvPr>
          <p:cNvSpPr>
            <a:spLocks noGrp="1"/>
          </p:cNvSpPr>
          <p:nvPr>
            <p:ph type="body" sz="quarter" idx="12"/>
          </p:nvPr>
        </p:nvSpPr>
        <p:spPr/>
        <p:txBody>
          <a:bodyPr/>
          <a:lstStyle/>
          <a:p>
            <a:r>
              <a:rPr lang="en-US" sz="3000" dirty="0">
                <a:latin typeface="Ubuntu" panose="020B0504030602030204" pitchFamily="34" charset="0"/>
              </a:rPr>
              <a:t>Focus on continuous value optimizing &amp; customer collaboration</a:t>
            </a:r>
          </a:p>
        </p:txBody>
      </p:sp>
      <p:sp>
        <p:nvSpPr>
          <p:cNvPr id="3" name="Content Placeholder 2">
            <a:extLst>
              <a:ext uri="{FF2B5EF4-FFF2-40B4-BE49-F238E27FC236}">
                <a16:creationId xmlns:a16="http://schemas.microsoft.com/office/drawing/2014/main" id="{0E733FD9-82CF-FCB7-F012-0EAA939C393E}"/>
              </a:ext>
            </a:extLst>
          </p:cNvPr>
          <p:cNvSpPr>
            <a:spLocks noGrp="1"/>
          </p:cNvSpPr>
          <p:nvPr>
            <p:ph sz="quarter" idx="13"/>
          </p:nvPr>
        </p:nvSpPr>
        <p:spPr/>
        <p:txBody>
          <a:bodyPr/>
          <a:lstStyle/>
          <a:p>
            <a:r>
              <a:rPr lang="en-US" dirty="0"/>
              <a:t>value</a:t>
            </a:r>
            <a:endParaRPr lang="en-NL" dirty="0"/>
          </a:p>
        </p:txBody>
      </p:sp>
      <p:sp>
        <p:nvSpPr>
          <p:cNvPr id="4" name="Text Placeholder 3">
            <a:extLst>
              <a:ext uri="{FF2B5EF4-FFF2-40B4-BE49-F238E27FC236}">
                <a16:creationId xmlns:a16="http://schemas.microsoft.com/office/drawing/2014/main" id="{F978620C-B722-98CC-0FA2-E22F5047512F}"/>
              </a:ext>
            </a:extLst>
          </p:cNvPr>
          <p:cNvSpPr>
            <a:spLocks noGrp="1"/>
          </p:cNvSpPr>
          <p:nvPr>
            <p:ph type="body" sz="quarter" idx="14"/>
          </p:nvPr>
        </p:nvSpPr>
        <p:spPr/>
        <p:txBody>
          <a:bodyPr/>
          <a:lstStyle/>
          <a:p>
            <a:r>
              <a:rPr lang="en-US" sz="3000" dirty="0">
                <a:latin typeface="Ubuntu" panose="020B0504030602030204" pitchFamily="34" charset="0"/>
              </a:rPr>
              <a:t>Is responsible for planning, budget, profits &amp; loss of the products’ value chain</a:t>
            </a:r>
          </a:p>
        </p:txBody>
      </p:sp>
      <p:sp>
        <p:nvSpPr>
          <p:cNvPr id="5" name="Content Placeholder 4">
            <a:extLst>
              <a:ext uri="{FF2B5EF4-FFF2-40B4-BE49-F238E27FC236}">
                <a16:creationId xmlns:a16="http://schemas.microsoft.com/office/drawing/2014/main" id="{CC5FDBA6-3880-4279-5835-037270B656BC}"/>
              </a:ext>
            </a:extLst>
          </p:cNvPr>
          <p:cNvSpPr>
            <a:spLocks noGrp="1"/>
          </p:cNvSpPr>
          <p:nvPr>
            <p:ph sz="quarter" idx="15"/>
          </p:nvPr>
        </p:nvSpPr>
        <p:spPr/>
        <p:txBody>
          <a:bodyPr/>
          <a:lstStyle/>
          <a:p>
            <a:r>
              <a:rPr lang="en-US" dirty="0"/>
              <a:t>mandate</a:t>
            </a:r>
            <a:endParaRPr lang="en-NL" dirty="0"/>
          </a:p>
        </p:txBody>
      </p:sp>
      <p:sp>
        <p:nvSpPr>
          <p:cNvPr id="6" name="Text Placeholder 1">
            <a:extLst>
              <a:ext uri="{FF2B5EF4-FFF2-40B4-BE49-F238E27FC236}">
                <a16:creationId xmlns:a16="http://schemas.microsoft.com/office/drawing/2014/main" id="{1206E5F5-5C4F-4016-C424-D33847996D39}"/>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6</a:t>
            </a:r>
          </a:p>
        </p:txBody>
      </p:sp>
      <p:sp>
        <p:nvSpPr>
          <p:cNvPr id="7" name="Tekstvak 6">
            <a:extLst>
              <a:ext uri="{FF2B5EF4-FFF2-40B4-BE49-F238E27FC236}">
                <a16:creationId xmlns:a16="http://schemas.microsoft.com/office/drawing/2014/main" id="{880C87C3-F1C3-BA55-B8B4-6239A2E41861}"/>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a</a:t>
            </a:r>
            <a:endParaRPr lang="nl-NL" dirty="0">
              <a:solidFill>
                <a:schemeClr val="bg1"/>
              </a:solidFill>
            </a:endParaRPr>
          </a:p>
        </p:txBody>
      </p:sp>
      <p:sp>
        <p:nvSpPr>
          <p:cNvPr id="8" name="Tekstvak 7">
            <a:extLst>
              <a:ext uri="{FF2B5EF4-FFF2-40B4-BE49-F238E27FC236}">
                <a16:creationId xmlns:a16="http://schemas.microsoft.com/office/drawing/2014/main" id="{50241025-1880-3DBA-357E-49A6392A9805}"/>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solidFill>
                  <a:schemeClr val="bg1"/>
                </a:solidFill>
                <a:effectLst/>
                <a:uLnTx/>
                <a:uFillTx/>
                <a:latin typeface="American Captain" pitchFamily="2" charset="77"/>
                <a:ea typeface="+mn-ea"/>
                <a:cs typeface="+mn-cs"/>
              </a:rPr>
              <a:t>Product Owner</a:t>
            </a:r>
            <a:endParaRPr lang="nl-NL" sz="1050" dirty="0">
              <a:solidFill>
                <a:schemeClr val="bg1"/>
              </a:solidFill>
            </a:endParaRPr>
          </a:p>
        </p:txBody>
      </p:sp>
    </p:spTree>
    <p:extLst>
      <p:ext uri="{BB962C8B-B14F-4D97-AF65-F5344CB8AC3E}">
        <p14:creationId xmlns:p14="http://schemas.microsoft.com/office/powerpoint/2010/main" val="22610433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890E70-EDB5-4D8C-2B4F-029FA9E51D4E}"/>
              </a:ext>
            </a:extLst>
          </p:cNvPr>
          <p:cNvSpPr>
            <a:spLocks noGrp="1"/>
          </p:cNvSpPr>
          <p:nvPr>
            <p:ph type="body" sz="quarter" idx="12"/>
          </p:nvPr>
        </p:nvSpPr>
        <p:spPr/>
        <p:txBody>
          <a:bodyPr/>
          <a:lstStyle/>
          <a:p>
            <a:r>
              <a:rPr lang="en-US" sz="3000" dirty="0">
                <a:latin typeface="Ubuntu" panose="020B0504030602030204" pitchFamily="34" charset="0"/>
              </a:rPr>
              <a:t>Focus on continuous value optimizing &amp; customer collaboration</a:t>
            </a:r>
          </a:p>
        </p:txBody>
      </p:sp>
      <p:sp>
        <p:nvSpPr>
          <p:cNvPr id="3" name="Content Placeholder 2">
            <a:extLst>
              <a:ext uri="{FF2B5EF4-FFF2-40B4-BE49-F238E27FC236}">
                <a16:creationId xmlns:a16="http://schemas.microsoft.com/office/drawing/2014/main" id="{0E733FD9-82CF-FCB7-F012-0EAA939C393E}"/>
              </a:ext>
            </a:extLst>
          </p:cNvPr>
          <p:cNvSpPr>
            <a:spLocks noGrp="1"/>
          </p:cNvSpPr>
          <p:nvPr>
            <p:ph sz="quarter" idx="13"/>
          </p:nvPr>
        </p:nvSpPr>
        <p:spPr/>
        <p:txBody>
          <a:bodyPr/>
          <a:lstStyle/>
          <a:p>
            <a:r>
              <a:rPr lang="en-US" dirty="0"/>
              <a:t>value</a:t>
            </a:r>
            <a:endParaRPr lang="en-NL" dirty="0"/>
          </a:p>
        </p:txBody>
      </p:sp>
      <p:sp>
        <p:nvSpPr>
          <p:cNvPr id="4" name="Text Placeholder 3">
            <a:extLst>
              <a:ext uri="{FF2B5EF4-FFF2-40B4-BE49-F238E27FC236}">
                <a16:creationId xmlns:a16="http://schemas.microsoft.com/office/drawing/2014/main" id="{F978620C-B722-98CC-0FA2-E22F5047512F}"/>
              </a:ext>
            </a:extLst>
          </p:cNvPr>
          <p:cNvSpPr>
            <a:spLocks noGrp="1"/>
          </p:cNvSpPr>
          <p:nvPr>
            <p:ph type="body" sz="quarter" idx="14"/>
          </p:nvPr>
        </p:nvSpPr>
        <p:spPr/>
        <p:txBody>
          <a:bodyPr/>
          <a:lstStyle/>
          <a:p>
            <a:r>
              <a:rPr lang="en-US" sz="3000" dirty="0">
                <a:latin typeface="Ubuntu" panose="020B0504030602030204" pitchFamily="34" charset="0"/>
              </a:rPr>
              <a:t>Is responsible for planning, budget, profits &amp; loss of the products’ value chain</a:t>
            </a:r>
          </a:p>
        </p:txBody>
      </p:sp>
      <p:sp>
        <p:nvSpPr>
          <p:cNvPr id="5" name="Content Placeholder 4">
            <a:extLst>
              <a:ext uri="{FF2B5EF4-FFF2-40B4-BE49-F238E27FC236}">
                <a16:creationId xmlns:a16="http://schemas.microsoft.com/office/drawing/2014/main" id="{CC5FDBA6-3880-4279-5835-037270B656BC}"/>
              </a:ext>
            </a:extLst>
          </p:cNvPr>
          <p:cNvSpPr>
            <a:spLocks noGrp="1"/>
          </p:cNvSpPr>
          <p:nvPr>
            <p:ph sz="quarter" idx="15"/>
          </p:nvPr>
        </p:nvSpPr>
        <p:spPr/>
        <p:txBody>
          <a:bodyPr/>
          <a:lstStyle/>
          <a:p>
            <a:r>
              <a:rPr lang="en-US" dirty="0"/>
              <a:t>mandate</a:t>
            </a:r>
            <a:endParaRPr lang="en-NL" dirty="0"/>
          </a:p>
        </p:txBody>
      </p:sp>
      <p:sp>
        <p:nvSpPr>
          <p:cNvPr id="6" name="Text Placeholder 1">
            <a:extLst>
              <a:ext uri="{FF2B5EF4-FFF2-40B4-BE49-F238E27FC236}">
                <a16:creationId xmlns:a16="http://schemas.microsoft.com/office/drawing/2014/main" id="{1206E5F5-5C4F-4016-C424-D33847996D39}"/>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6</a:t>
            </a:r>
          </a:p>
        </p:txBody>
      </p:sp>
      <p:sp>
        <p:nvSpPr>
          <p:cNvPr id="7" name="Tekstvak 6">
            <a:extLst>
              <a:ext uri="{FF2B5EF4-FFF2-40B4-BE49-F238E27FC236}">
                <a16:creationId xmlns:a16="http://schemas.microsoft.com/office/drawing/2014/main" id="{B8748F7B-06C4-6DF1-AE06-5AA1D15F87E2}"/>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727514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095AD00E-196C-0B21-2A3D-0811119E7286}"/>
              </a:ext>
            </a:extLst>
          </p:cNvPr>
          <p:cNvSpPr>
            <a:spLocks noGrp="1"/>
          </p:cNvSpPr>
          <p:nvPr>
            <p:ph type="body" sz="quarter" idx="13"/>
          </p:nvPr>
        </p:nvSpPr>
        <p:spPr/>
        <p:txBody>
          <a:bodyPr/>
          <a:lstStyle/>
          <a:p>
            <a:r>
              <a:rPr lang="nl-NL" dirty="0"/>
              <a:t>Developers</a:t>
            </a:r>
          </a:p>
        </p:txBody>
      </p:sp>
      <p:pic>
        <p:nvPicPr>
          <p:cNvPr id="7" name="Afbeelding 6" descr="Afbeelding met tekst&#10;&#10;Automatisch gegenereerde beschrijving">
            <a:extLst>
              <a:ext uri="{FF2B5EF4-FFF2-40B4-BE49-F238E27FC236}">
                <a16:creationId xmlns:a16="http://schemas.microsoft.com/office/drawing/2014/main" id="{B4410E10-CE72-5EE4-F32E-1EEFCFBD0524}"/>
              </a:ext>
            </a:extLst>
          </p:cNvPr>
          <p:cNvPicPr>
            <a:picLocks noChangeAspect="1"/>
          </p:cNvPicPr>
          <p:nvPr/>
        </p:nvPicPr>
        <p:blipFill rotWithShape="1">
          <a:blip r:embed="rId2">
            <a:clrChange>
              <a:clrFrom>
                <a:srgbClr val="FFFFFF"/>
              </a:clrFrom>
              <a:clrTo>
                <a:srgbClr val="FFFFFF">
                  <a:alpha val="0"/>
                </a:srgbClr>
              </a:clrTo>
            </a:clrChange>
          </a:blip>
          <a:srcRect l="13977" t="23631" r="31151" b="31684"/>
          <a:stretch/>
        </p:blipFill>
        <p:spPr>
          <a:xfrm>
            <a:off x="2499436" y="3262240"/>
            <a:ext cx="2776701" cy="1442583"/>
          </a:xfrm>
          <a:prstGeom prst="rect">
            <a:avLst/>
          </a:prstGeom>
        </p:spPr>
      </p:pic>
    </p:spTree>
    <p:extLst>
      <p:ext uri="{BB962C8B-B14F-4D97-AF65-F5344CB8AC3E}">
        <p14:creationId xmlns:p14="http://schemas.microsoft.com/office/powerpoint/2010/main" val="30488371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5645CF-CA5B-C3D0-B0AC-5F42E323B72A}"/>
              </a:ext>
            </a:extLst>
          </p:cNvPr>
          <p:cNvSpPr>
            <a:spLocks noGrp="1"/>
          </p:cNvSpPr>
          <p:nvPr>
            <p:ph type="ftr" sz="quarter" idx="11"/>
          </p:nvPr>
        </p:nvSpPr>
        <p:spPr/>
        <p:txBody>
          <a:bodyPr/>
          <a:lstStyle/>
          <a:p>
            <a:r>
              <a:rPr lang="en-GB" dirty="0"/>
              <a:t>V 1.0.1</a:t>
            </a:r>
            <a:endParaRPr lang="en-NL" dirty="0"/>
          </a:p>
        </p:txBody>
      </p:sp>
    </p:spTree>
    <p:extLst>
      <p:ext uri="{BB962C8B-B14F-4D97-AF65-F5344CB8AC3E}">
        <p14:creationId xmlns:p14="http://schemas.microsoft.com/office/powerpoint/2010/main" val="11831960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90CEB0-783B-5FA4-1028-D4B692C5B2CE}"/>
              </a:ext>
            </a:extLst>
          </p:cNvPr>
          <p:cNvSpPr>
            <a:spLocks noGrp="1"/>
          </p:cNvSpPr>
          <p:nvPr>
            <p:ph type="body" sz="quarter" idx="12"/>
          </p:nvPr>
        </p:nvSpPr>
        <p:spPr/>
        <p:txBody>
          <a:bodyPr/>
          <a:lstStyle/>
          <a:p>
            <a:r>
              <a:rPr lang="en-US" sz="3000" dirty="0">
                <a:latin typeface="Ubuntu" panose="020B0504030602030204" pitchFamily="34" charset="0"/>
              </a:rPr>
              <a:t>Relying on the Scrum Master to facilitate them</a:t>
            </a:r>
          </a:p>
        </p:txBody>
      </p:sp>
      <p:sp>
        <p:nvSpPr>
          <p:cNvPr id="3" name="Content Placeholder 2">
            <a:extLst>
              <a:ext uri="{FF2B5EF4-FFF2-40B4-BE49-F238E27FC236}">
                <a16:creationId xmlns:a16="http://schemas.microsoft.com/office/drawing/2014/main" id="{11925C94-7DB2-3EEF-C390-EA8A563BE132}"/>
              </a:ext>
            </a:extLst>
          </p:cNvPr>
          <p:cNvSpPr>
            <a:spLocks noGrp="1"/>
          </p:cNvSpPr>
          <p:nvPr>
            <p:ph sz="quarter" idx="13"/>
          </p:nvPr>
        </p:nvSpPr>
        <p:spPr/>
        <p:txBody>
          <a:bodyPr/>
          <a:lstStyle/>
          <a:p>
            <a:r>
              <a:rPr lang="en-US" dirty="0"/>
              <a:t>Self-managing</a:t>
            </a:r>
            <a:endParaRPr lang="en-NL" dirty="0"/>
          </a:p>
        </p:txBody>
      </p:sp>
      <p:sp>
        <p:nvSpPr>
          <p:cNvPr id="4" name="Text Placeholder 3">
            <a:extLst>
              <a:ext uri="{FF2B5EF4-FFF2-40B4-BE49-F238E27FC236}">
                <a16:creationId xmlns:a16="http://schemas.microsoft.com/office/drawing/2014/main" id="{3859056E-FEDA-2D8C-90B8-7DB995ECB8A4}"/>
              </a:ext>
            </a:extLst>
          </p:cNvPr>
          <p:cNvSpPr>
            <a:spLocks noGrp="1"/>
          </p:cNvSpPr>
          <p:nvPr>
            <p:ph type="body" sz="quarter" idx="14"/>
          </p:nvPr>
        </p:nvSpPr>
        <p:spPr/>
        <p:txBody>
          <a:bodyPr/>
          <a:lstStyle/>
          <a:p>
            <a:r>
              <a:rPr lang="en-US" sz="3000" dirty="0">
                <a:latin typeface="Ubuntu" panose="020B0504030602030204" pitchFamily="34" charset="0"/>
              </a:rPr>
              <a:t>Avoiding conflict /  Pursuing individual targets / generating outputs</a:t>
            </a:r>
          </a:p>
          <a:p>
            <a:endParaRPr lang="en-NL" sz="3000" dirty="0">
              <a:latin typeface="Ubuntu" panose="020B0504030602030204" pitchFamily="34" charset="0"/>
            </a:endParaRPr>
          </a:p>
        </p:txBody>
      </p:sp>
      <p:sp>
        <p:nvSpPr>
          <p:cNvPr id="5" name="Content Placeholder 4">
            <a:extLst>
              <a:ext uri="{FF2B5EF4-FFF2-40B4-BE49-F238E27FC236}">
                <a16:creationId xmlns:a16="http://schemas.microsoft.com/office/drawing/2014/main" id="{1D8E0DE9-59C5-51BC-C26E-CD16F2ECED89}"/>
              </a:ext>
            </a:extLst>
          </p:cNvPr>
          <p:cNvSpPr>
            <a:spLocks noGrp="1"/>
          </p:cNvSpPr>
          <p:nvPr>
            <p:ph sz="quarter" idx="15"/>
          </p:nvPr>
        </p:nvSpPr>
        <p:spPr/>
        <p:txBody>
          <a:bodyPr/>
          <a:lstStyle/>
          <a:p>
            <a:r>
              <a:rPr lang="en-US" dirty="0"/>
              <a:t>collaboration</a:t>
            </a:r>
            <a:endParaRPr lang="en-NL" dirty="0"/>
          </a:p>
        </p:txBody>
      </p:sp>
      <p:sp>
        <p:nvSpPr>
          <p:cNvPr id="6" name="Text Placeholder 1">
            <a:extLst>
              <a:ext uri="{FF2B5EF4-FFF2-40B4-BE49-F238E27FC236}">
                <a16:creationId xmlns:a16="http://schemas.microsoft.com/office/drawing/2014/main" id="{10226E01-C3C9-A7B1-D098-706D305EB80E}"/>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DE8445"/>
                </a:solidFill>
              </a:rPr>
              <a:t># 7</a:t>
            </a:r>
          </a:p>
        </p:txBody>
      </p:sp>
      <p:sp>
        <p:nvSpPr>
          <p:cNvPr id="7" name="Tekstvak 6">
            <a:extLst>
              <a:ext uri="{FF2B5EF4-FFF2-40B4-BE49-F238E27FC236}">
                <a16:creationId xmlns:a16="http://schemas.microsoft.com/office/drawing/2014/main" id="{1AEBC275-84B0-BA5F-8DAD-EAE09EBECE52}"/>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effectLst/>
                <a:uLnTx/>
                <a:uFillTx/>
                <a:latin typeface="American Captain" pitchFamily="2" charset="77"/>
                <a:ea typeface="+mn-ea"/>
                <a:cs typeface="+mn-cs"/>
              </a:rPr>
              <a:t>a</a:t>
            </a:r>
            <a:endParaRPr lang="nl-NL" dirty="0"/>
          </a:p>
        </p:txBody>
      </p:sp>
      <p:sp>
        <p:nvSpPr>
          <p:cNvPr id="8" name="Tekstvak 7">
            <a:extLst>
              <a:ext uri="{FF2B5EF4-FFF2-40B4-BE49-F238E27FC236}">
                <a16:creationId xmlns:a16="http://schemas.microsoft.com/office/drawing/2014/main" id="{AAA84A44-C652-F290-2A29-4AE8B8DAC648}"/>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effectLst/>
                <a:uLnTx/>
                <a:uFillTx/>
                <a:latin typeface="American Captain" pitchFamily="2" charset="77"/>
                <a:ea typeface="+mn-ea"/>
                <a:cs typeface="+mn-cs"/>
              </a:rPr>
              <a:t>Developer</a:t>
            </a:r>
            <a:endParaRPr lang="nl-NL" sz="1050" dirty="0"/>
          </a:p>
        </p:txBody>
      </p:sp>
    </p:spTree>
    <p:extLst>
      <p:ext uri="{BB962C8B-B14F-4D97-AF65-F5344CB8AC3E}">
        <p14:creationId xmlns:p14="http://schemas.microsoft.com/office/powerpoint/2010/main" val="31902148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90CEB0-783B-5FA4-1028-D4B692C5B2CE}"/>
              </a:ext>
            </a:extLst>
          </p:cNvPr>
          <p:cNvSpPr>
            <a:spLocks noGrp="1"/>
          </p:cNvSpPr>
          <p:nvPr>
            <p:ph type="body" sz="quarter" idx="12"/>
          </p:nvPr>
        </p:nvSpPr>
        <p:spPr/>
        <p:txBody>
          <a:bodyPr/>
          <a:lstStyle/>
          <a:p>
            <a:r>
              <a:rPr lang="en-US" sz="3000" dirty="0">
                <a:latin typeface="Ubuntu" panose="020B0504030602030204" pitchFamily="34" charset="0"/>
              </a:rPr>
              <a:t>Relying on the Scrum Master to facilitate them</a:t>
            </a:r>
          </a:p>
        </p:txBody>
      </p:sp>
      <p:sp>
        <p:nvSpPr>
          <p:cNvPr id="3" name="Content Placeholder 2">
            <a:extLst>
              <a:ext uri="{FF2B5EF4-FFF2-40B4-BE49-F238E27FC236}">
                <a16:creationId xmlns:a16="http://schemas.microsoft.com/office/drawing/2014/main" id="{11925C94-7DB2-3EEF-C390-EA8A563BE132}"/>
              </a:ext>
            </a:extLst>
          </p:cNvPr>
          <p:cNvSpPr>
            <a:spLocks noGrp="1"/>
          </p:cNvSpPr>
          <p:nvPr>
            <p:ph sz="quarter" idx="13"/>
          </p:nvPr>
        </p:nvSpPr>
        <p:spPr/>
        <p:txBody>
          <a:bodyPr/>
          <a:lstStyle/>
          <a:p>
            <a:r>
              <a:rPr lang="en-US" dirty="0"/>
              <a:t>Self-managing</a:t>
            </a:r>
            <a:endParaRPr lang="en-NL" dirty="0"/>
          </a:p>
        </p:txBody>
      </p:sp>
      <p:sp>
        <p:nvSpPr>
          <p:cNvPr id="4" name="Text Placeholder 3">
            <a:extLst>
              <a:ext uri="{FF2B5EF4-FFF2-40B4-BE49-F238E27FC236}">
                <a16:creationId xmlns:a16="http://schemas.microsoft.com/office/drawing/2014/main" id="{3859056E-FEDA-2D8C-90B8-7DB995ECB8A4}"/>
              </a:ext>
            </a:extLst>
          </p:cNvPr>
          <p:cNvSpPr>
            <a:spLocks noGrp="1"/>
          </p:cNvSpPr>
          <p:nvPr>
            <p:ph type="body" sz="quarter" idx="14"/>
          </p:nvPr>
        </p:nvSpPr>
        <p:spPr/>
        <p:txBody>
          <a:bodyPr/>
          <a:lstStyle/>
          <a:p>
            <a:r>
              <a:rPr lang="en-US" sz="3000" dirty="0">
                <a:latin typeface="Ubuntu" panose="020B0504030602030204" pitchFamily="34" charset="0"/>
              </a:rPr>
              <a:t>Avoiding conflict /  Pursuing individual targets / generating outputs</a:t>
            </a:r>
          </a:p>
          <a:p>
            <a:endParaRPr lang="en-NL" sz="3000" dirty="0">
              <a:latin typeface="Ubuntu" panose="020B0504030602030204" pitchFamily="34" charset="0"/>
            </a:endParaRPr>
          </a:p>
        </p:txBody>
      </p:sp>
      <p:sp>
        <p:nvSpPr>
          <p:cNvPr id="5" name="Content Placeholder 4">
            <a:extLst>
              <a:ext uri="{FF2B5EF4-FFF2-40B4-BE49-F238E27FC236}">
                <a16:creationId xmlns:a16="http://schemas.microsoft.com/office/drawing/2014/main" id="{1D8E0DE9-59C5-51BC-C26E-CD16F2ECED89}"/>
              </a:ext>
            </a:extLst>
          </p:cNvPr>
          <p:cNvSpPr>
            <a:spLocks noGrp="1"/>
          </p:cNvSpPr>
          <p:nvPr>
            <p:ph sz="quarter" idx="15"/>
          </p:nvPr>
        </p:nvSpPr>
        <p:spPr/>
        <p:txBody>
          <a:bodyPr/>
          <a:lstStyle/>
          <a:p>
            <a:r>
              <a:rPr lang="en-US" dirty="0"/>
              <a:t>collaboration</a:t>
            </a:r>
            <a:endParaRPr lang="en-NL" dirty="0"/>
          </a:p>
        </p:txBody>
      </p:sp>
      <p:sp>
        <p:nvSpPr>
          <p:cNvPr id="6" name="Text Placeholder 1">
            <a:extLst>
              <a:ext uri="{FF2B5EF4-FFF2-40B4-BE49-F238E27FC236}">
                <a16:creationId xmlns:a16="http://schemas.microsoft.com/office/drawing/2014/main" id="{10226E01-C3C9-A7B1-D098-706D305EB80E}"/>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7</a:t>
            </a:r>
          </a:p>
        </p:txBody>
      </p:sp>
      <p:sp>
        <p:nvSpPr>
          <p:cNvPr id="7" name="Tekstvak 6">
            <a:extLst>
              <a:ext uri="{FF2B5EF4-FFF2-40B4-BE49-F238E27FC236}">
                <a16:creationId xmlns:a16="http://schemas.microsoft.com/office/drawing/2014/main" id="{B5C3FBD8-4132-B5CA-53E4-171FFDD8EE0A}"/>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37854066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90CEB0-783B-5FA4-1028-D4B692C5B2CE}"/>
              </a:ext>
            </a:extLst>
          </p:cNvPr>
          <p:cNvSpPr>
            <a:spLocks noGrp="1"/>
          </p:cNvSpPr>
          <p:nvPr>
            <p:ph type="body" sz="quarter" idx="12"/>
          </p:nvPr>
        </p:nvSpPr>
        <p:spPr/>
        <p:txBody>
          <a:bodyPr/>
          <a:lstStyle/>
          <a:p>
            <a:r>
              <a:rPr lang="en-US" sz="3000" dirty="0">
                <a:latin typeface="Ubuntu" panose="020B0504030602030204" pitchFamily="34" charset="0"/>
              </a:rPr>
              <a:t>Ensuring the outcome of all events &amp; learning the Scrum Values</a:t>
            </a:r>
          </a:p>
        </p:txBody>
      </p:sp>
      <p:sp>
        <p:nvSpPr>
          <p:cNvPr id="3" name="Content Placeholder 2">
            <a:extLst>
              <a:ext uri="{FF2B5EF4-FFF2-40B4-BE49-F238E27FC236}">
                <a16:creationId xmlns:a16="http://schemas.microsoft.com/office/drawing/2014/main" id="{11925C94-7DB2-3EEF-C390-EA8A563BE132}"/>
              </a:ext>
            </a:extLst>
          </p:cNvPr>
          <p:cNvSpPr>
            <a:spLocks noGrp="1"/>
          </p:cNvSpPr>
          <p:nvPr>
            <p:ph sz="quarter" idx="13"/>
          </p:nvPr>
        </p:nvSpPr>
        <p:spPr/>
        <p:txBody>
          <a:bodyPr/>
          <a:lstStyle/>
          <a:p>
            <a:r>
              <a:rPr lang="en-US" dirty="0"/>
              <a:t>Self-managing</a:t>
            </a:r>
            <a:endParaRPr lang="en-NL" dirty="0"/>
          </a:p>
        </p:txBody>
      </p:sp>
      <p:sp>
        <p:nvSpPr>
          <p:cNvPr id="4" name="Text Placeholder 3">
            <a:extLst>
              <a:ext uri="{FF2B5EF4-FFF2-40B4-BE49-F238E27FC236}">
                <a16:creationId xmlns:a16="http://schemas.microsoft.com/office/drawing/2014/main" id="{3859056E-FEDA-2D8C-90B8-7DB995ECB8A4}"/>
              </a:ext>
            </a:extLst>
          </p:cNvPr>
          <p:cNvSpPr>
            <a:spLocks noGrp="1"/>
          </p:cNvSpPr>
          <p:nvPr>
            <p:ph type="body" sz="quarter" idx="14"/>
          </p:nvPr>
        </p:nvSpPr>
        <p:spPr/>
        <p:txBody>
          <a:bodyPr/>
          <a:lstStyle/>
          <a:p>
            <a:r>
              <a:rPr lang="en-US" sz="3000" dirty="0">
                <a:latin typeface="Ubuntu" panose="020B0504030602030204" pitchFamily="34" charset="0"/>
              </a:rPr>
              <a:t>Discovering differences/ conflicts / shared values</a:t>
            </a:r>
          </a:p>
        </p:txBody>
      </p:sp>
      <p:sp>
        <p:nvSpPr>
          <p:cNvPr id="5" name="Content Placeholder 4">
            <a:extLst>
              <a:ext uri="{FF2B5EF4-FFF2-40B4-BE49-F238E27FC236}">
                <a16:creationId xmlns:a16="http://schemas.microsoft.com/office/drawing/2014/main" id="{1D8E0DE9-59C5-51BC-C26E-CD16F2ECED89}"/>
              </a:ext>
            </a:extLst>
          </p:cNvPr>
          <p:cNvSpPr>
            <a:spLocks noGrp="1"/>
          </p:cNvSpPr>
          <p:nvPr>
            <p:ph sz="quarter" idx="15"/>
          </p:nvPr>
        </p:nvSpPr>
        <p:spPr/>
        <p:txBody>
          <a:bodyPr/>
          <a:lstStyle/>
          <a:p>
            <a:r>
              <a:rPr lang="en-US" dirty="0"/>
              <a:t>collaboration</a:t>
            </a:r>
            <a:endParaRPr lang="en-NL" dirty="0"/>
          </a:p>
        </p:txBody>
      </p:sp>
      <p:sp>
        <p:nvSpPr>
          <p:cNvPr id="6" name="Text Placeholder 1">
            <a:extLst>
              <a:ext uri="{FF2B5EF4-FFF2-40B4-BE49-F238E27FC236}">
                <a16:creationId xmlns:a16="http://schemas.microsoft.com/office/drawing/2014/main" id="{F004852F-27A1-2D1A-7A2B-526B8399434B}"/>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DE8445"/>
                </a:solidFill>
              </a:rPr>
              <a:t># 13</a:t>
            </a:r>
          </a:p>
        </p:txBody>
      </p:sp>
      <p:sp>
        <p:nvSpPr>
          <p:cNvPr id="7" name="Tekstvak 6">
            <a:extLst>
              <a:ext uri="{FF2B5EF4-FFF2-40B4-BE49-F238E27FC236}">
                <a16:creationId xmlns:a16="http://schemas.microsoft.com/office/drawing/2014/main" id="{F2922CC3-ABB5-2458-55AF-3012FDD24767}"/>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effectLst/>
                <a:uLnTx/>
                <a:uFillTx/>
                <a:latin typeface="American Captain" pitchFamily="2" charset="77"/>
                <a:ea typeface="+mn-ea"/>
                <a:cs typeface="+mn-cs"/>
              </a:rPr>
              <a:t>a</a:t>
            </a:r>
            <a:endParaRPr lang="nl-NL" dirty="0"/>
          </a:p>
        </p:txBody>
      </p:sp>
      <p:sp>
        <p:nvSpPr>
          <p:cNvPr id="10" name="Tekstvak 9">
            <a:extLst>
              <a:ext uri="{FF2B5EF4-FFF2-40B4-BE49-F238E27FC236}">
                <a16:creationId xmlns:a16="http://schemas.microsoft.com/office/drawing/2014/main" id="{62B51401-C9F1-AA96-1D54-AB20926B09C1}"/>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effectLst/>
                <a:uLnTx/>
                <a:uFillTx/>
                <a:latin typeface="American Captain" pitchFamily="2" charset="77"/>
                <a:ea typeface="+mn-ea"/>
                <a:cs typeface="+mn-cs"/>
              </a:rPr>
              <a:t>Developer</a:t>
            </a:r>
            <a:endParaRPr lang="nl-NL" sz="1050" dirty="0"/>
          </a:p>
        </p:txBody>
      </p:sp>
    </p:spTree>
    <p:extLst>
      <p:ext uri="{BB962C8B-B14F-4D97-AF65-F5344CB8AC3E}">
        <p14:creationId xmlns:p14="http://schemas.microsoft.com/office/powerpoint/2010/main" val="27524368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90CEB0-783B-5FA4-1028-D4B692C5B2CE}"/>
              </a:ext>
            </a:extLst>
          </p:cNvPr>
          <p:cNvSpPr>
            <a:spLocks noGrp="1"/>
          </p:cNvSpPr>
          <p:nvPr>
            <p:ph type="body" sz="quarter" idx="12"/>
          </p:nvPr>
        </p:nvSpPr>
        <p:spPr/>
        <p:txBody>
          <a:bodyPr/>
          <a:lstStyle/>
          <a:p>
            <a:r>
              <a:rPr lang="en-US" sz="3000" dirty="0">
                <a:latin typeface="Ubuntu" panose="020B0504030602030204" pitchFamily="34" charset="0"/>
              </a:rPr>
              <a:t>Ensuring the outcome of all events &amp; learning the Scrum Values</a:t>
            </a:r>
          </a:p>
        </p:txBody>
      </p:sp>
      <p:sp>
        <p:nvSpPr>
          <p:cNvPr id="3" name="Content Placeholder 2">
            <a:extLst>
              <a:ext uri="{FF2B5EF4-FFF2-40B4-BE49-F238E27FC236}">
                <a16:creationId xmlns:a16="http://schemas.microsoft.com/office/drawing/2014/main" id="{11925C94-7DB2-3EEF-C390-EA8A563BE132}"/>
              </a:ext>
            </a:extLst>
          </p:cNvPr>
          <p:cNvSpPr>
            <a:spLocks noGrp="1"/>
          </p:cNvSpPr>
          <p:nvPr>
            <p:ph sz="quarter" idx="13"/>
          </p:nvPr>
        </p:nvSpPr>
        <p:spPr/>
        <p:txBody>
          <a:bodyPr/>
          <a:lstStyle/>
          <a:p>
            <a:r>
              <a:rPr lang="en-US" dirty="0"/>
              <a:t>Self-managing</a:t>
            </a:r>
            <a:endParaRPr lang="en-NL" dirty="0"/>
          </a:p>
        </p:txBody>
      </p:sp>
      <p:sp>
        <p:nvSpPr>
          <p:cNvPr id="4" name="Text Placeholder 3">
            <a:extLst>
              <a:ext uri="{FF2B5EF4-FFF2-40B4-BE49-F238E27FC236}">
                <a16:creationId xmlns:a16="http://schemas.microsoft.com/office/drawing/2014/main" id="{3859056E-FEDA-2D8C-90B8-7DB995ECB8A4}"/>
              </a:ext>
            </a:extLst>
          </p:cNvPr>
          <p:cNvSpPr>
            <a:spLocks noGrp="1"/>
          </p:cNvSpPr>
          <p:nvPr>
            <p:ph type="body" sz="quarter" idx="14"/>
          </p:nvPr>
        </p:nvSpPr>
        <p:spPr/>
        <p:txBody>
          <a:bodyPr/>
          <a:lstStyle/>
          <a:p>
            <a:r>
              <a:rPr lang="en-US" sz="3000" dirty="0">
                <a:latin typeface="Ubuntu" panose="020B0504030602030204" pitchFamily="34" charset="0"/>
              </a:rPr>
              <a:t>Discovering differences/ conflicts / shared values</a:t>
            </a:r>
          </a:p>
        </p:txBody>
      </p:sp>
      <p:sp>
        <p:nvSpPr>
          <p:cNvPr id="5" name="Content Placeholder 4">
            <a:extLst>
              <a:ext uri="{FF2B5EF4-FFF2-40B4-BE49-F238E27FC236}">
                <a16:creationId xmlns:a16="http://schemas.microsoft.com/office/drawing/2014/main" id="{1D8E0DE9-59C5-51BC-C26E-CD16F2ECED89}"/>
              </a:ext>
            </a:extLst>
          </p:cNvPr>
          <p:cNvSpPr>
            <a:spLocks noGrp="1"/>
          </p:cNvSpPr>
          <p:nvPr>
            <p:ph sz="quarter" idx="15"/>
          </p:nvPr>
        </p:nvSpPr>
        <p:spPr/>
        <p:txBody>
          <a:bodyPr/>
          <a:lstStyle/>
          <a:p>
            <a:r>
              <a:rPr lang="en-US" dirty="0"/>
              <a:t>collaboration</a:t>
            </a:r>
            <a:endParaRPr lang="en-NL" dirty="0"/>
          </a:p>
        </p:txBody>
      </p:sp>
      <p:sp>
        <p:nvSpPr>
          <p:cNvPr id="6" name="Text Placeholder 1">
            <a:extLst>
              <a:ext uri="{FF2B5EF4-FFF2-40B4-BE49-F238E27FC236}">
                <a16:creationId xmlns:a16="http://schemas.microsoft.com/office/drawing/2014/main" id="{F004852F-27A1-2D1A-7A2B-526B8399434B}"/>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13</a:t>
            </a:r>
          </a:p>
        </p:txBody>
      </p:sp>
      <p:sp>
        <p:nvSpPr>
          <p:cNvPr id="7" name="Tekstvak 6">
            <a:extLst>
              <a:ext uri="{FF2B5EF4-FFF2-40B4-BE49-F238E27FC236}">
                <a16:creationId xmlns:a16="http://schemas.microsoft.com/office/drawing/2014/main" id="{B53A5C5D-6486-0038-262C-74238677C15D}"/>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37281957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90CEB0-783B-5FA4-1028-D4B692C5B2CE}"/>
              </a:ext>
            </a:extLst>
          </p:cNvPr>
          <p:cNvSpPr>
            <a:spLocks noGrp="1"/>
          </p:cNvSpPr>
          <p:nvPr>
            <p:ph type="body" sz="quarter" idx="12"/>
          </p:nvPr>
        </p:nvSpPr>
        <p:spPr/>
        <p:txBody>
          <a:bodyPr/>
          <a:lstStyle/>
          <a:p>
            <a:r>
              <a:rPr lang="en-US" sz="3000" dirty="0">
                <a:latin typeface="Ubuntu" panose="020B0504030602030204" pitchFamily="34" charset="0"/>
              </a:rPr>
              <a:t>Focused on reaching Sprint Goals &amp; improving quality </a:t>
            </a:r>
          </a:p>
        </p:txBody>
      </p:sp>
      <p:sp>
        <p:nvSpPr>
          <p:cNvPr id="3" name="Content Placeholder 2">
            <a:extLst>
              <a:ext uri="{FF2B5EF4-FFF2-40B4-BE49-F238E27FC236}">
                <a16:creationId xmlns:a16="http://schemas.microsoft.com/office/drawing/2014/main" id="{11925C94-7DB2-3EEF-C390-EA8A563BE132}"/>
              </a:ext>
            </a:extLst>
          </p:cNvPr>
          <p:cNvSpPr>
            <a:spLocks noGrp="1"/>
          </p:cNvSpPr>
          <p:nvPr>
            <p:ph sz="quarter" idx="13"/>
          </p:nvPr>
        </p:nvSpPr>
        <p:spPr/>
        <p:txBody>
          <a:bodyPr/>
          <a:lstStyle/>
          <a:p>
            <a:r>
              <a:rPr lang="en-US" dirty="0"/>
              <a:t>Self-managing</a:t>
            </a:r>
            <a:endParaRPr lang="en-NL" dirty="0"/>
          </a:p>
        </p:txBody>
      </p:sp>
      <p:sp>
        <p:nvSpPr>
          <p:cNvPr id="4" name="Text Placeholder 3">
            <a:extLst>
              <a:ext uri="{FF2B5EF4-FFF2-40B4-BE49-F238E27FC236}">
                <a16:creationId xmlns:a16="http://schemas.microsoft.com/office/drawing/2014/main" id="{3859056E-FEDA-2D8C-90B8-7DB995ECB8A4}"/>
              </a:ext>
            </a:extLst>
          </p:cNvPr>
          <p:cNvSpPr>
            <a:spLocks noGrp="1"/>
          </p:cNvSpPr>
          <p:nvPr>
            <p:ph type="body" sz="quarter" idx="14"/>
          </p:nvPr>
        </p:nvSpPr>
        <p:spPr/>
        <p:txBody>
          <a:bodyPr/>
          <a:lstStyle/>
          <a:p>
            <a:r>
              <a:rPr lang="en-US" sz="3000" dirty="0">
                <a:latin typeface="Ubuntu" panose="020B0504030602030204" pitchFamily="34" charset="0"/>
              </a:rPr>
              <a:t>Using Scrum &amp; Agile principles as a guideline for all interactions</a:t>
            </a:r>
          </a:p>
        </p:txBody>
      </p:sp>
      <p:sp>
        <p:nvSpPr>
          <p:cNvPr id="5" name="Content Placeholder 4">
            <a:extLst>
              <a:ext uri="{FF2B5EF4-FFF2-40B4-BE49-F238E27FC236}">
                <a16:creationId xmlns:a16="http://schemas.microsoft.com/office/drawing/2014/main" id="{1D8E0DE9-59C5-51BC-C26E-CD16F2ECED89}"/>
              </a:ext>
            </a:extLst>
          </p:cNvPr>
          <p:cNvSpPr>
            <a:spLocks noGrp="1"/>
          </p:cNvSpPr>
          <p:nvPr>
            <p:ph sz="quarter" idx="15"/>
          </p:nvPr>
        </p:nvSpPr>
        <p:spPr/>
        <p:txBody>
          <a:bodyPr/>
          <a:lstStyle/>
          <a:p>
            <a:r>
              <a:rPr lang="en-US" dirty="0"/>
              <a:t>collaboration</a:t>
            </a:r>
            <a:endParaRPr lang="en-NL" dirty="0"/>
          </a:p>
        </p:txBody>
      </p:sp>
      <p:sp>
        <p:nvSpPr>
          <p:cNvPr id="6" name="Text Placeholder 1">
            <a:extLst>
              <a:ext uri="{FF2B5EF4-FFF2-40B4-BE49-F238E27FC236}">
                <a16:creationId xmlns:a16="http://schemas.microsoft.com/office/drawing/2014/main" id="{BCB5172D-C8FC-D98E-87DD-C0822EAE47F0}"/>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DE8445"/>
                </a:solidFill>
              </a:rPr>
              <a:t># 12</a:t>
            </a:r>
          </a:p>
        </p:txBody>
      </p:sp>
      <p:sp>
        <p:nvSpPr>
          <p:cNvPr id="7" name="Tekstvak 6">
            <a:extLst>
              <a:ext uri="{FF2B5EF4-FFF2-40B4-BE49-F238E27FC236}">
                <a16:creationId xmlns:a16="http://schemas.microsoft.com/office/drawing/2014/main" id="{11E16965-550C-2422-D208-99280EA3B6A6}"/>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effectLst/>
                <a:uLnTx/>
                <a:uFillTx/>
                <a:latin typeface="American Captain" pitchFamily="2" charset="77"/>
                <a:ea typeface="+mn-ea"/>
                <a:cs typeface="+mn-cs"/>
              </a:rPr>
              <a:t>a</a:t>
            </a:r>
            <a:endParaRPr lang="nl-NL" dirty="0"/>
          </a:p>
        </p:txBody>
      </p:sp>
      <p:sp>
        <p:nvSpPr>
          <p:cNvPr id="9" name="Tekstvak 8">
            <a:extLst>
              <a:ext uri="{FF2B5EF4-FFF2-40B4-BE49-F238E27FC236}">
                <a16:creationId xmlns:a16="http://schemas.microsoft.com/office/drawing/2014/main" id="{DD683227-E67A-66A7-6AB8-EDC259A63F8E}"/>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effectLst/>
                <a:uLnTx/>
                <a:uFillTx/>
                <a:latin typeface="American Captain" pitchFamily="2" charset="77"/>
                <a:ea typeface="+mn-ea"/>
                <a:cs typeface="+mn-cs"/>
              </a:rPr>
              <a:t>Developer</a:t>
            </a:r>
            <a:endParaRPr lang="nl-NL" sz="1050" dirty="0"/>
          </a:p>
        </p:txBody>
      </p:sp>
    </p:spTree>
    <p:extLst>
      <p:ext uri="{BB962C8B-B14F-4D97-AF65-F5344CB8AC3E}">
        <p14:creationId xmlns:p14="http://schemas.microsoft.com/office/powerpoint/2010/main" val="21939245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90CEB0-783B-5FA4-1028-D4B692C5B2CE}"/>
              </a:ext>
            </a:extLst>
          </p:cNvPr>
          <p:cNvSpPr>
            <a:spLocks noGrp="1"/>
          </p:cNvSpPr>
          <p:nvPr>
            <p:ph type="body" sz="quarter" idx="12"/>
          </p:nvPr>
        </p:nvSpPr>
        <p:spPr/>
        <p:txBody>
          <a:bodyPr/>
          <a:lstStyle/>
          <a:p>
            <a:r>
              <a:rPr lang="en-US" sz="3000" dirty="0">
                <a:latin typeface="Ubuntu" panose="020B0504030602030204" pitchFamily="34" charset="0"/>
              </a:rPr>
              <a:t>Focused on reaching Sprint Goals &amp; improving quality </a:t>
            </a:r>
          </a:p>
        </p:txBody>
      </p:sp>
      <p:sp>
        <p:nvSpPr>
          <p:cNvPr id="3" name="Content Placeholder 2">
            <a:extLst>
              <a:ext uri="{FF2B5EF4-FFF2-40B4-BE49-F238E27FC236}">
                <a16:creationId xmlns:a16="http://schemas.microsoft.com/office/drawing/2014/main" id="{11925C94-7DB2-3EEF-C390-EA8A563BE132}"/>
              </a:ext>
            </a:extLst>
          </p:cNvPr>
          <p:cNvSpPr>
            <a:spLocks noGrp="1"/>
          </p:cNvSpPr>
          <p:nvPr>
            <p:ph sz="quarter" idx="13"/>
          </p:nvPr>
        </p:nvSpPr>
        <p:spPr/>
        <p:txBody>
          <a:bodyPr/>
          <a:lstStyle/>
          <a:p>
            <a:r>
              <a:rPr lang="en-US" dirty="0"/>
              <a:t>Self-managing</a:t>
            </a:r>
            <a:endParaRPr lang="en-NL" dirty="0"/>
          </a:p>
        </p:txBody>
      </p:sp>
      <p:sp>
        <p:nvSpPr>
          <p:cNvPr id="4" name="Text Placeholder 3">
            <a:extLst>
              <a:ext uri="{FF2B5EF4-FFF2-40B4-BE49-F238E27FC236}">
                <a16:creationId xmlns:a16="http://schemas.microsoft.com/office/drawing/2014/main" id="{3859056E-FEDA-2D8C-90B8-7DB995ECB8A4}"/>
              </a:ext>
            </a:extLst>
          </p:cNvPr>
          <p:cNvSpPr>
            <a:spLocks noGrp="1"/>
          </p:cNvSpPr>
          <p:nvPr>
            <p:ph type="body" sz="quarter" idx="14"/>
          </p:nvPr>
        </p:nvSpPr>
        <p:spPr/>
        <p:txBody>
          <a:bodyPr/>
          <a:lstStyle/>
          <a:p>
            <a:r>
              <a:rPr lang="en-US" sz="3000" dirty="0">
                <a:latin typeface="Ubuntu" panose="020B0504030602030204" pitchFamily="34" charset="0"/>
              </a:rPr>
              <a:t>Using Scrum &amp; Agile principles as a guideline for all interactions</a:t>
            </a:r>
          </a:p>
        </p:txBody>
      </p:sp>
      <p:sp>
        <p:nvSpPr>
          <p:cNvPr id="5" name="Content Placeholder 4">
            <a:extLst>
              <a:ext uri="{FF2B5EF4-FFF2-40B4-BE49-F238E27FC236}">
                <a16:creationId xmlns:a16="http://schemas.microsoft.com/office/drawing/2014/main" id="{1D8E0DE9-59C5-51BC-C26E-CD16F2ECED89}"/>
              </a:ext>
            </a:extLst>
          </p:cNvPr>
          <p:cNvSpPr>
            <a:spLocks noGrp="1"/>
          </p:cNvSpPr>
          <p:nvPr>
            <p:ph sz="quarter" idx="15"/>
          </p:nvPr>
        </p:nvSpPr>
        <p:spPr/>
        <p:txBody>
          <a:bodyPr/>
          <a:lstStyle/>
          <a:p>
            <a:r>
              <a:rPr lang="en-US" dirty="0"/>
              <a:t>collaboration</a:t>
            </a:r>
            <a:endParaRPr lang="en-NL" dirty="0"/>
          </a:p>
        </p:txBody>
      </p:sp>
      <p:sp>
        <p:nvSpPr>
          <p:cNvPr id="6" name="Text Placeholder 1">
            <a:extLst>
              <a:ext uri="{FF2B5EF4-FFF2-40B4-BE49-F238E27FC236}">
                <a16:creationId xmlns:a16="http://schemas.microsoft.com/office/drawing/2014/main" id="{BCB5172D-C8FC-D98E-87DD-C0822EAE47F0}"/>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12</a:t>
            </a:r>
          </a:p>
        </p:txBody>
      </p:sp>
      <p:sp>
        <p:nvSpPr>
          <p:cNvPr id="7" name="Tekstvak 6">
            <a:extLst>
              <a:ext uri="{FF2B5EF4-FFF2-40B4-BE49-F238E27FC236}">
                <a16:creationId xmlns:a16="http://schemas.microsoft.com/office/drawing/2014/main" id="{2FEE05B4-5307-CBBF-EB1E-3A257F192FE6}"/>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10703774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90CEB0-783B-5FA4-1028-D4B692C5B2CE}"/>
              </a:ext>
            </a:extLst>
          </p:cNvPr>
          <p:cNvSpPr>
            <a:spLocks noGrp="1"/>
          </p:cNvSpPr>
          <p:nvPr>
            <p:ph type="body" sz="quarter" idx="12"/>
          </p:nvPr>
        </p:nvSpPr>
        <p:spPr/>
        <p:txBody>
          <a:bodyPr/>
          <a:lstStyle/>
          <a:p>
            <a:r>
              <a:rPr lang="en-US" sz="3000" dirty="0">
                <a:latin typeface="Ubuntu" panose="020B0504030602030204" pitchFamily="34" charset="0"/>
              </a:rPr>
              <a:t>Responsible &amp; committed to continuously deliver valuable outcome</a:t>
            </a:r>
          </a:p>
        </p:txBody>
      </p:sp>
      <p:sp>
        <p:nvSpPr>
          <p:cNvPr id="3" name="Content Placeholder 2">
            <a:extLst>
              <a:ext uri="{FF2B5EF4-FFF2-40B4-BE49-F238E27FC236}">
                <a16:creationId xmlns:a16="http://schemas.microsoft.com/office/drawing/2014/main" id="{11925C94-7DB2-3EEF-C390-EA8A563BE132}"/>
              </a:ext>
            </a:extLst>
          </p:cNvPr>
          <p:cNvSpPr>
            <a:spLocks noGrp="1"/>
          </p:cNvSpPr>
          <p:nvPr>
            <p:ph sz="quarter" idx="13"/>
          </p:nvPr>
        </p:nvSpPr>
        <p:spPr/>
        <p:txBody>
          <a:bodyPr/>
          <a:lstStyle/>
          <a:p>
            <a:r>
              <a:rPr lang="en-US" dirty="0"/>
              <a:t>Self-managing</a:t>
            </a:r>
            <a:endParaRPr lang="en-NL" dirty="0"/>
          </a:p>
        </p:txBody>
      </p:sp>
      <p:sp>
        <p:nvSpPr>
          <p:cNvPr id="4" name="Text Placeholder 3">
            <a:extLst>
              <a:ext uri="{FF2B5EF4-FFF2-40B4-BE49-F238E27FC236}">
                <a16:creationId xmlns:a16="http://schemas.microsoft.com/office/drawing/2014/main" id="{3859056E-FEDA-2D8C-90B8-7DB995ECB8A4}"/>
              </a:ext>
            </a:extLst>
          </p:cNvPr>
          <p:cNvSpPr>
            <a:spLocks noGrp="1"/>
          </p:cNvSpPr>
          <p:nvPr>
            <p:ph type="body" sz="quarter" idx="14"/>
          </p:nvPr>
        </p:nvSpPr>
        <p:spPr/>
        <p:txBody>
          <a:bodyPr/>
          <a:lstStyle/>
          <a:p>
            <a:r>
              <a:rPr lang="en-US" sz="3000" dirty="0">
                <a:latin typeface="Ubuntu" panose="020B0504030602030204" pitchFamily="34" charset="0"/>
              </a:rPr>
              <a:t>Collaborating with stakeholders to continuously adapt</a:t>
            </a:r>
          </a:p>
        </p:txBody>
      </p:sp>
      <p:sp>
        <p:nvSpPr>
          <p:cNvPr id="5" name="Content Placeholder 4">
            <a:extLst>
              <a:ext uri="{FF2B5EF4-FFF2-40B4-BE49-F238E27FC236}">
                <a16:creationId xmlns:a16="http://schemas.microsoft.com/office/drawing/2014/main" id="{1D8E0DE9-59C5-51BC-C26E-CD16F2ECED89}"/>
              </a:ext>
            </a:extLst>
          </p:cNvPr>
          <p:cNvSpPr>
            <a:spLocks noGrp="1"/>
          </p:cNvSpPr>
          <p:nvPr>
            <p:ph sz="quarter" idx="15"/>
          </p:nvPr>
        </p:nvSpPr>
        <p:spPr/>
        <p:txBody>
          <a:bodyPr/>
          <a:lstStyle/>
          <a:p>
            <a:r>
              <a:rPr lang="en-US" dirty="0"/>
              <a:t>collaboration</a:t>
            </a:r>
            <a:endParaRPr lang="en-NL" dirty="0"/>
          </a:p>
        </p:txBody>
      </p:sp>
      <p:sp>
        <p:nvSpPr>
          <p:cNvPr id="6" name="Text Placeholder 1">
            <a:extLst>
              <a:ext uri="{FF2B5EF4-FFF2-40B4-BE49-F238E27FC236}">
                <a16:creationId xmlns:a16="http://schemas.microsoft.com/office/drawing/2014/main" id="{D8E98A5A-46BD-B309-379D-9FA98DEF33FC}"/>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DE8445"/>
                </a:solidFill>
              </a:rPr>
              <a:t># 18</a:t>
            </a:r>
          </a:p>
        </p:txBody>
      </p:sp>
      <p:sp>
        <p:nvSpPr>
          <p:cNvPr id="7" name="Tekstvak 6">
            <a:extLst>
              <a:ext uri="{FF2B5EF4-FFF2-40B4-BE49-F238E27FC236}">
                <a16:creationId xmlns:a16="http://schemas.microsoft.com/office/drawing/2014/main" id="{02A6176A-582F-3943-A3AB-3B9509DB5FCD}"/>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effectLst/>
                <a:uLnTx/>
                <a:uFillTx/>
                <a:latin typeface="American Captain" pitchFamily="2" charset="77"/>
                <a:ea typeface="+mn-ea"/>
                <a:cs typeface="+mn-cs"/>
              </a:rPr>
              <a:t>a</a:t>
            </a:r>
            <a:endParaRPr lang="nl-NL" dirty="0"/>
          </a:p>
        </p:txBody>
      </p:sp>
      <p:sp>
        <p:nvSpPr>
          <p:cNvPr id="9" name="Tekstvak 8">
            <a:extLst>
              <a:ext uri="{FF2B5EF4-FFF2-40B4-BE49-F238E27FC236}">
                <a16:creationId xmlns:a16="http://schemas.microsoft.com/office/drawing/2014/main" id="{BD0AA5C5-5895-DD0D-8A94-2B354D5478CE}"/>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effectLst/>
                <a:uLnTx/>
                <a:uFillTx/>
                <a:latin typeface="American Captain" pitchFamily="2" charset="77"/>
                <a:ea typeface="+mn-ea"/>
                <a:cs typeface="+mn-cs"/>
              </a:rPr>
              <a:t>Developer</a:t>
            </a:r>
            <a:endParaRPr lang="nl-NL" sz="1050" dirty="0"/>
          </a:p>
        </p:txBody>
      </p:sp>
    </p:spTree>
    <p:extLst>
      <p:ext uri="{BB962C8B-B14F-4D97-AF65-F5344CB8AC3E}">
        <p14:creationId xmlns:p14="http://schemas.microsoft.com/office/powerpoint/2010/main" val="155960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90CEB0-783B-5FA4-1028-D4B692C5B2CE}"/>
              </a:ext>
            </a:extLst>
          </p:cNvPr>
          <p:cNvSpPr>
            <a:spLocks noGrp="1"/>
          </p:cNvSpPr>
          <p:nvPr>
            <p:ph type="body" sz="quarter" idx="12"/>
          </p:nvPr>
        </p:nvSpPr>
        <p:spPr/>
        <p:txBody>
          <a:bodyPr/>
          <a:lstStyle/>
          <a:p>
            <a:r>
              <a:rPr lang="en-US" sz="3000" dirty="0">
                <a:latin typeface="Ubuntu" panose="020B0504030602030204" pitchFamily="34" charset="0"/>
              </a:rPr>
              <a:t>Responsible &amp; committed to continuously deliver valuable outcome</a:t>
            </a:r>
          </a:p>
        </p:txBody>
      </p:sp>
      <p:sp>
        <p:nvSpPr>
          <p:cNvPr id="3" name="Content Placeholder 2">
            <a:extLst>
              <a:ext uri="{FF2B5EF4-FFF2-40B4-BE49-F238E27FC236}">
                <a16:creationId xmlns:a16="http://schemas.microsoft.com/office/drawing/2014/main" id="{11925C94-7DB2-3EEF-C390-EA8A563BE132}"/>
              </a:ext>
            </a:extLst>
          </p:cNvPr>
          <p:cNvSpPr>
            <a:spLocks noGrp="1"/>
          </p:cNvSpPr>
          <p:nvPr>
            <p:ph sz="quarter" idx="13"/>
          </p:nvPr>
        </p:nvSpPr>
        <p:spPr/>
        <p:txBody>
          <a:bodyPr/>
          <a:lstStyle/>
          <a:p>
            <a:r>
              <a:rPr lang="en-US" dirty="0"/>
              <a:t>Self-managing</a:t>
            </a:r>
            <a:endParaRPr lang="en-NL" dirty="0"/>
          </a:p>
        </p:txBody>
      </p:sp>
      <p:sp>
        <p:nvSpPr>
          <p:cNvPr id="4" name="Text Placeholder 3">
            <a:extLst>
              <a:ext uri="{FF2B5EF4-FFF2-40B4-BE49-F238E27FC236}">
                <a16:creationId xmlns:a16="http://schemas.microsoft.com/office/drawing/2014/main" id="{3859056E-FEDA-2D8C-90B8-7DB995ECB8A4}"/>
              </a:ext>
            </a:extLst>
          </p:cNvPr>
          <p:cNvSpPr>
            <a:spLocks noGrp="1"/>
          </p:cNvSpPr>
          <p:nvPr>
            <p:ph type="body" sz="quarter" idx="14"/>
          </p:nvPr>
        </p:nvSpPr>
        <p:spPr/>
        <p:txBody>
          <a:bodyPr/>
          <a:lstStyle/>
          <a:p>
            <a:r>
              <a:rPr lang="en-US" sz="3000" dirty="0">
                <a:latin typeface="Ubuntu" panose="020B0504030602030204" pitchFamily="34" charset="0"/>
              </a:rPr>
              <a:t>Collaborating with stakeholders to continuously adapt</a:t>
            </a:r>
          </a:p>
        </p:txBody>
      </p:sp>
      <p:sp>
        <p:nvSpPr>
          <p:cNvPr id="5" name="Content Placeholder 4">
            <a:extLst>
              <a:ext uri="{FF2B5EF4-FFF2-40B4-BE49-F238E27FC236}">
                <a16:creationId xmlns:a16="http://schemas.microsoft.com/office/drawing/2014/main" id="{1D8E0DE9-59C5-51BC-C26E-CD16F2ECED89}"/>
              </a:ext>
            </a:extLst>
          </p:cNvPr>
          <p:cNvSpPr>
            <a:spLocks noGrp="1"/>
          </p:cNvSpPr>
          <p:nvPr>
            <p:ph sz="quarter" idx="15"/>
          </p:nvPr>
        </p:nvSpPr>
        <p:spPr/>
        <p:txBody>
          <a:bodyPr/>
          <a:lstStyle/>
          <a:p>
            <a:r>
              <a:rPr lang="en-US" dirty="0"/>
              <a:t>collaboration</a:t>
            </a:r>
            <a:endParaRPr lang="en-NL" dirty="0"/>
          </a:p>
        </p:txBody>
      </p:sp>
      <p:sp>
        <p:nvSpPr>
          <p:cNvPr id="6" name="Text Placeholder 1">
            <a:extLst>
              <a:ext uri="{FF2B5EF4-FFF2-40B4-BE49-F238E27FC236}">
                <a16:creationId xmlns:a16="http://schemas.microsoft.com/office/drawing/2014/main" id="{D8E98A5A-46BD-B309-379D-9FA98DEF33FC}"/>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18</a:t>
            </a:r>
          </a:p>
        </p:txBody>
      </p:sp>
      <p:sp>
        <p:nvSpPr>
          <p:cNvPr id="7" name="Tekstvak 6">
            <a:extLst>
              <a:ext uri="{FF2B5EF4-FFF2-40B4-BE49-F238E27FC236}">
                <a16:creationId xmlns:a16="http://schemas.microsoft.com/office/drawing/2014/main" id="{05EABDF2-E64C-C7B5-9797-09200AD358E1}"/>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31340098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90CEB0-783B-5FA4-1028-D4B692C5B2CE}"/>
              </a:ext>
            </a:extLst>
          </p:cNvPr>
          <p:cNvSpPr>
            <a:spLocks noGrp="1"/>
          </p:cNvSpPr>
          <p:nvPr>
            <p:ph type="body" sz="quarter" idx="12"/>
          </p:nvPr>
        </p:nvSpPr>
        <p:spPr/>
        <p:txBody>
          <a:bodyPr/>
          <a:lstStyle/>
          <a:p>
            <a:r>
              <a:rPr lang="en-US" sz="3000" dirty="0">
                <a:latin typeface="Ubuntu" panose="020B0504030602030204" pitchFamily="34" charset="0"/>
              </a:rPr>
              <a:t>Accountable or creating high quality Products</a:t>
            </a:r>
          </a:p>
        </p:txBody>
      </p:sp>
      <p:sp>
        <p:nvSpPr>
          <p:cNvPr id="3" name="Content Placeholder 2">
            <a:extLst>
              <a:ext uri="{FF2B5EF4-FFF2-40B4-BE49-F238E27FC236}">
                <a16:creationId xmlns:a16="http://schemas.microsoft.com/office/drawing/2014/main" id="{11925C94-7DB2-3EEF-C390-EA8A563BE132}"/>
              </a:ext>
            </a:extLst>
          </p:cNvPr>
          <p:cNvSpPr>
            <a:spLocks noGrp="1"/>
          </p:cNvSpPr>
          <p:nvPr>
            <p:ph sz="quarter" idx="13"/>
          </p:nvPr>
        </p:nvSpPr>
        <p:spPr/>
        <p:txBody>
          <a:bodyPr/>
          <a:lstStyle/>
          <a:p>
            <a:r>
              <a:rPr lang="en-US" dirty="0"/>
              <a:t>Self-managing</a:t>
            </a:r>
            <a:endParaRPr lang="en-NL" dirty="0"/>
          </a:p>
        </p:txBody>
      </p:sp>
      <p:sp>
        <p:nvSpPr>
          <p:cNvPr id="4" name="Text Placeholder 3">
            <a:extLst>
              <a:ext uri="{FF2B5EF4-FFF2-40B4-BE49-F238E27FC236}">
                <a16:creationId xmlns:a16="http://schemas.microsoft.com/office/drawing/2014/main" id="{3859056E-FEDA-2D8C-90B8-7DB995ECB8A4}"/>
              </a:ext>
            </a:extLst>
          </p:cNvPr>
          <p:cNvSpPr>
            <a:spLocks noGrp="1"/>
          </p:cNvSpPr>
          <p:nvPr>
            <p:ph type="body" sz="quarter" idx="14"/>
          </p:nvPr>
        </p:nvSpPr>
        <p:spPr/>
        <p:txBody>
          <a:bodyPr/>
          <a:lstStyle/>
          <a:p>
            <a:r>
              <a:rPr lang="en-US" sz="3000" dirty="0">
                <a:latin typeface="Ubuntu" panose="020B0504030602030204" pitchFamily="34" charset="0"/>
              </a:rPr>
              <a:t>Collaborating with everyone to participate in sharing feedback &amp; learning</a:t>
            </a:r>
          </a:p>
        </p:txBody>
      </p:sp>
      <p:sp>
        <p:nvSpPr>
          <p:cNvPr id="5" name="Content Placeholder 4">
            <a:extLst>
              <a:ext uri="{FF2B5EF4-FFF2-40B4-BE49-F238E27FC236}">
                <a16:creationId xmlns:a16="http://schemas.microsoft.com/office/drawing/2014/main" id="{1D8E0DE9-59C5-51BC-C26E-CD16F2ECED89}"/>
              </a:ext>
            </a:extLst>
          </p:cNvPr>
          <p:cNvSpPr>
            <a:spLocks noGrp="1"/>
          </p:cNvSpPr>
          <p:nvPr>
            <p:ph sz="quarter" idx="15"/>
          </p:nvPr>
        </p:nvSpPr>
        <p:spPr/>
        <p:txBody>
          <a:bodyPr/>
          <a:lstStyle/>
          <a:p>
            <a:r>
              <a:rPr lang="en-US" dirty="0"/>
              <a:t>collaboration</a:t>
            </a:r>
            <a:endParaRPr lang="en-NL" dirty="0"/>
          </a:p>
        </p:txBody>
      </p:sp>
      <p:sp>
        <p:nvSpPr>
          <p:cNvPr id="6" name="Text Placeholder 1">
            <a:extLst>
              <a:ext uri="{FF2B5EF4-FFF2-40B4-BE49-F238E27FC236}">
                <a16:creationId xmlns:a16="http://schemas.microsoft.com/office/drawing/2014/main" id="{D93CADC4-D2B9-3874-59F9-1690AA15F907}"/>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solidFill>
                  <a:srgbClr val="DE8445"/>
                </a:solidFill>
              </a:rPr>
              <a:t># 17</a:t>
            </a:r>
          </a:p>
        </p:txBody>
      </p:sp>
      <p:sp>
        <p:nvSpPr>
          <p:cNvPr id="7" name="Tekstvak 6">
            <a:extLst>
              <a:ext uri="{FF2B5EF4-FFF2-40B4-BE49-F238E27FC236}">
                <a16:creationId xmlns:a16="http://schemas.microsoft.com/office/drawing/2014/main" id="{5802AF43-8FB6-CA75-E3C4-D732C2138FCD}"/>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effectLst/>
                <a:uLnTx/>
                <a:uFillTx/>
                <a:latin typeface="American Captain" pitchFamily="2" charset="77"/>
                <a:ea typeface="+mn-ea"/>
                <a:cs typeface="+mn-cs"/>
              </a:rPr>
              <a:t>a</a:t>
            </a:r>
            <a:endParaRPr lang="nl-NL" dirty="0"/>
          </a:p>
        </p:txBody>
      </p:sp>
      <p:sp>
        <p:nvSpPr>
          <p:cNvPr id="8" name="Tekstvak 7">
            <a:extLst>
              <a:ext uri="{FF2B5EF4-FFF2-40B4-BE49-F238E27FC236}">
                <a16:creationId xmlns:a16="http://schemas.microsoft.com/office/drawing/2014/main" id="{E2DFE0F7-5A97-EADD-3C6A-339A7FBA553E}"/>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effectLst/>
                <a:uLnTx/>
                <a:uFillTx/>
                <a:latin typeface="American Captain" pitchFamily="2" charset="77"/>
                <a:ea typeface="+mn-ea"/>
                <a:cs typeface="+mn-cs"/>
              </a:rPr>
              <a:t>Developer</a:t>
            </a:r>
            <a:endParaRPr lang="nl-NL" sz="1050" dirty="0"/>
          </a:p>
        </p:txBody>
      </p:sp>
    </p:spTree>
    <p:extLst>
      <p:ext uri="{BB962C8B-B14F-4D97-AF65-F5344CB8AC3E}">
        <p14:creationId xmlns:p14="http://schemas.microsoft.com/office/powerpoint/2010/main" val="14879327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90CEB0-783B-5FA4-1028-D4B692C5B2CE}"/>
              </a:ext>
            </a:extLst>
          </p:cNvPr>
          <p:cNvSpPr>
            <a:spLocks noGrp="1"/>
          </p:cNvSpPr>
          <p:nvPr>
            <p:ph type="body" sz="quarter" idx="12"/>
          </p:nvPr>
        </p:nvSpPr>
        <p:spPr/>
        <p:txBody>
          <a:bodyPr/>
          <a:lstStyle/>
          <a:p>
            <a:r>
              <a:rPr lang="en-US" sz="3000" dirty="0">
                <a:latin typeface="Ubuntu" panose="020B0504030602030204" pitchFamily="34" charset="0"/>
              </a:rPr>
              <a:t>Accountable or creating high quality Products</a:t>
            </a:r>
          </a:p>
        </p:txBody>
      </p:sp>
      <p:sp>
        <p:nvSpPr>
          <p:cNvPr id="3" name="Content Placeholder 2">
            <a:extLst>
              <a:ext uri="{FF2B5EF4-FFF2-40B4-BE49-F238E27FC236}">
                <a16:creationId xmlns:a16="http://schemas.microsoft.com/office/drawing/2014/main" id="{11925C94-7DB2-3EEF-C390-EA8A563BE132}"/>
              </a:ext>
            </a:extLst>
          </p:cNvPr>
          <p:cNvSpPr>
            <a:spLocks noGrp="1"/>
          </p:cNvSpPr>
          <p:nvPr>
            <p:ph sz="quarter" idx="13"/>
          </p:nvPr>
        </p:nvSpPr>
        <p:spPr/>
        <p:txBody>
          <a:bodyPr/>
          <a:lstStyle/>
          <a:p>
            <a:r>
              <a:rPr lang="en-US" dirty="0"/>
              <a:t>Self-managing</a:t>
            </a:r>
            <a:endParaRPr lang="en-NL" dirty="0"/>
          </a:p>
        </p:txBody>
      </p:sp>
      <p:sp>
        <p:nvSpPr>
          <p:cNvPr id="4" name="Text Placeholder 3">
            <a:extLst>
              <a:ext uri="{FF2B5EF4-FFF2-40B4-BE49-F238E27FC236}">
                <a16:creationId xmlns:a16="http://schemas.microsoft.com/office/drawing/2014/main" id="{3859056E-FEDA-2D8C-90B8-7DB995ECB8A4}"/>
              </a:ext>
            </a:extLst>
          </p:cNvPr>
          <p:cNvSpPr>
            <a:spLocks noGrp="1"/>
          </p:cNvSpPr>
          <p:nvPr>
            <p:ph type="body" sz="quarter" idx="14"/>
          </p:nvPr>
        </p:nvSpPr>
        <p:spPr/>
        <p:txBody>
          <a:bodyPr/>
          <a:lstStyle/>
          <a:p>
            <a:r>
              <a:rPr lang="en-US" sz="3000" dirty="0">
                <a:latin typeface="Ubuntu" panose="020B0504030602030204" pitchFamily="34" charset="0"/>
              </a:rPr>
              <a:t>Collaborating with everyone to participate in sharing feedback &amp; learning</a:t>
            </a:r>
          </a:p>
        </p:txBody>
      </p:sp>
      <p:sp>
        <p:nvSpPr>
          <p:cNvPr id="5" name="Content Placeholder 4">
            <a:extLst>
              <a:ext uri="{FF2B5EF4-FFF2-40B4-BE49-F238E27FC236}">
                <a16:creationId xmlns:a16="http://schemas.microsoft.com/office/drawing/2014/main" id="{1D8E0DE9-59C5-51BC-C26E-CD16F2ECED89}"/>
              </a:ext>
            </a:extLst>
          </p:cNvPr>
          <p:cNvSpPr>
            <a:spLocks noGrp="1"/>
          </p:cNvSpPr>
          <p:nvPr>
            <p:ph sz="quarter" idx="15"/>
          </p:nvPr>
        </p:nvSpPr>
        <p:spPr/>
        <p:txBody>
          <a:bodyPr/>
          <a:lstStyle/>
          <a:p>
            <a:r>
              <a:rPr lang="en-US" dirty="0"/>
              <a:t>collaboration</a:t>
            </a:r>
            <a:endParaRPr lang="en-NL" dirty="0"/>
          </a:p>
        </p:txBody>
      </p:sp>
      <p:sp>
        <p:nvSpPr>
          <p:cNvPr id="6" name="Text Placeholder 1">
            <a:extLst>
              <a:ext uri="{FF2B5EF4-FFF2-40B4-BE49-F238E27FC236}">
                <a16:creationId xmlns:a16="http://schemas.microsoft.com/office/drawing/2014/main" id="{D93CADC4-D2B9-3874-59F9-1690AA15F907}"/>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17</a:t>
            </a:r>
          </a:p>
        </p:txBody>
      </p:sp>
      <p:sp>
        <p:nvSpPr>
          <p:cNvPr id="7" name="Tekstvak 6">
            <a:extLst>
              <a:ext uri="{FF2B5EF4-FFF2-40B4-BE49-F238E27FC236}">
                <a16:creationId xmlns:a16="http://schemas.microsoft.com/office/drawing/2014/main" id="{ED1D4FC0-F838-35F2-C455-887A5AD4C8D7}"/>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24464147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accent4">
                <a:shade val="45000"/>
                <a:satMod val="135000"/>
              </a:schemeClr>
              <a:prstClr val="white"/>
            </a:duotone>
            <a:extLst>
              <a:ext uri="{BEBA8EAE-BF5A-486C-A8C5-ECC9F3942E4B}">
                <a14:imgProps xmlns:a14="http://schemas.microsoft.com/office/drawing/2010/main">
                  <a14:imgLayer r:embed="rId3">
                    <a14:imgEffect>
                      <a14:colorTemperature colorTemp="6707"/>
                    </a14:imgEffect>
                    <a14:imgEffect>
                      <a14:saturation sat="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3A5880-B244-5B8B-D3F4-CD35BC7751FF}"/>
              </a:ext>
            </a:extLst>
          </p:cNvPr>
          <p:cNvSpPr>
            <a:spLocks noGrp="1"/>
          </p:cNvSpPr>
          <p:nvPr>
            <p:ph type="body" sz="quarter" idx="13"/>
          </p:nvPr>
        </p:nvSpPr>
        <p:spPr/>
        <p:txBody>
          <a:bodyPr/>
          <a:lstStyle/>
          <a:p>
            <a:r>
              <a:rPr lang="en-US" dirty="0"/>
              <a:t>Leader</a:t>
            </a:r>
            <a:endParaRPr lang="en-NL" dirty="0"/>
          </a:p>
        </p:txBody>
      </p:sp>
    </p:spTree>
    <p:extLst>
      <p:ext uri="{BB962C8B-B14F-4D97-AF65-F5344CB8AC3E}">
        <p14:creationId xmlns:p14="http://schemas.microsoft.com/office/powerpoint/2010/main" val="34419775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3">
            <a:duotone>
              <a:schemeClr val="accent4">
                <a:shade val="45000"/>
                <a:satMod val="135000"/>
              </a:schemeClr>
              <a:prstClr val="white"/>
            </a:duotone>
            <a:extLst>
              <a:ext uri="{BEBA8EAE-BF5A-486C-A8C5-ECC9F3942E4B}">
                <a14:imgProps xmlns:a14="http://schemas.microsoft.com/office/drawing/2010/main">
                  <a14:imgLayer r:embed="rId4">
                    <a14:imgEffect>
                      <a14:colorTemperature colorTemp="6707"/>
                    </a14:imgEffect>
                    <a14:imgEffect>
                      <a14:saturation sat="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7785F22-E7C5-9417-B170-E385D9E473EF}"/>
              </a:ext>
            </a:extLst>
          </p:cNvPr>
          <p:cNvSpPr>
            <a:spLocks noGrp="1"/>
          </p:cNvSpPr>
          <p:nvPr>
            <p:ph type="ftr" sz="quarter" idx="11"/>
          </p:nvPr>
        </p:nvSpPr>
        <p:spPr/>
        <p:txBody>
          <a:bodyPr/>
          <a:lstStyle/>
          <a:p>
            <a:r>
              <a:rPr lang="en-GB" dirty="0"/>
              <a:t>V 1.0.1</a:t>
            </a:r>
            <a:endParaRPr lang="en-NL" dirty="0"/>
          </a:p>
        </p:txBody>
      </p:sp>
    </p:spTree>
    <p:extLst>
      <p:ext uri="{BB962C8B-B14F-4D97-AF65-F5344CB8AC3E}">
        <p14:creationId xmlns:p14="http://schemas.microsoft.com/office/powerpoint/2010/main" val="40668524"/>
      </p:ext>
    </p:extLst>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24BA51-C630-BA2A-58B6-69F9BB6816A0}"/>
              </a:ext>
            </a:extLst>
          </p:cNvPr>
          <p:cNvSpPr>
            <a:spLocks noGrp="1"/>
          </p:cNvSpPr>
          <p:nvPr>
            <p:ph type="body" sz="quarter" idx="12"/>
          </p:nvPr>
        </p:nvSpPr>
        <p:spPr/>
        <p:txBody>
          <a:bodyPr/>
          <a:lstStyle/>
          <a:p>
            <a:r>
              <a:rPr lang="en-US" sz="3000" dirty="0">
                <a:latin typeface="Ubuntu" panose="020B0504030602030204" pitchFamily="34" charset="0"/>
              </a:rPr>
              <a:t>Wants full control &amp; has a directive communication style</a:t>
            </a:r>
          </a:p>
        </p:txBody>
      </p:sp>
      <p:sp>
        <p:nvSpPr>
          <p:cNvPr id="3" name="Content Placeholder 2">
            <a:extLst>
              <a:ext uri="{FF2B5EF4-FFF2-40B4-BE49-F238E27FC236}">
                <a16:creationId xmlns:a16="http://schemas.microsoft.com/office/drawing/2014/main" id="{2077BF95-1F9E-AA05-3D0B-83E184AA9C48}"/>
              </a:ext>
            </a:extLst>
          </p:cNvPr>
          <p:cNvSpPr>
            <a:spLocks noGrp="1"/>
          </p:cNvSpPr>
          <p:nvPr>
            <p:ph sz="quarter" idx="13"/>
          </p:nvPr>
        </p:nvSpPr>
        <p:spPr/>
        <p:txBody>
          <a:bodyPr/>
          <a:lstStyle/>
          <a:p>
            <a:r>
              <a:rPr lang="en-US" dirty="0"/>
              <a:t>Delegation</a:t>
            </a:r>
            <a:endParaRPr lang="en-NL" dirty="0"/>
          </a:p>
        </p:txBody>
      </p:sp>
      <p:sp>
        <p:nvSpPr>
          <p:cNvPr id="4" name="Text Placeholder 3">
            <a:extLst>
              <a:ext uri="{FF2B5EF4-FFF2-40B4-BE49-F238E27FC236}">
                <a16:creationId xmlns:a16="http://schemas.microsoft.com/office/drawing/2014/main" id="{8946D5DF-DDC9-DF42-4883-DA9549CF8DE5}"/>
              </a:ext>
            </a:extLst>
          </p:cNvPr>
          <p:cNvSpPr>
            <a:spLocks noGrp="1"/>
          </p:cNvSpPr>
          <p:nvPr>
            <p:ph type="body" sz="quarter" idx="14"/>
          </p:nvPr>
        </p:nvSpPr>
        <p:spPr/>
        <p:txBody>
          <a:bodyPr/>
          <a:lstStyle/>
          <a:p>
            <a:r>
              <a:rPr lang="en-US" sz="3000" dirty="0">
                <a:latin typeface="Ubuntu" panose="020B0504030602030204" pitchFamily="34" charset="0"/>
              </a:rPr>
              <a:t>Gives individual targets and  measures on progress / efficiency/ quality &amp; Outputs</a:t>
            </a:r>
          </a:p>
        </p:txBody>
      </p:sp>
      <p:sp>
        <p:nvSpPr>
          <p:cNvPr id="5" name="Content Placeholder 4">
            <a:extLst>
              <a:ext uri="{FF2B5EF4-FFF2-40B4-BE49-F238E27FC236}">
                <a16:creationId xmlns:a16="http://schemas.microsoft.com/office/drawing/2014/main" id="{860EF69F-79FC-8315-A261-A0DDABAAA234}"/>
              </a:ext>
            </a:extLst>
          </p:cNvPr>
          <p:cNvSpPr>
            <a:spLocks noGrp="1"/>
          </p:cNvSpPr>
          <p:nvPr>
            <p:ph sz="quarter" idx="15"/>
          </p:nvPr>
        </p:nvSpPr>
        <p:spPr/>
        <p:txBody>
          <a:bodyPr/>
          <a:lstStyle/>
          <a:p>
            <a:r>
              <a:rPr lang="en-US" dirty="0"/>
              <a:t>measuring</a:t>
            </a:r>
            <a:endParaRPr lang="en-NL" dirty="0"/>
          </a:p>
        </p:txBody>
      </p:sp>
      <p:sp>
        <p:nvSpPr>
          <p:cNvPr id="6" name="Text Placeholder 1">
            <a:extLst>
              <a:ext uri="{FF2B5EF4-FFF2-40B4-BE49-F238E27FC236}">
                <a16:creationId xmlns:a16="http://schemas.microsoft.com/office/drawing/2014/main" id="{30EB7D6E-0473-1CF2-0312-219FF0DBC038}"/>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11</a:t>
            </a:r>
          </a:p>
        </p:txBody>
      </p:sp>
      <p:sp>
        <p:nvSpPr>
          <p:cNvPr id="7" name="Tekstvak 6">
            <a:extLst>
              <a:ext uri="{FF2B5EF4-FFF2-40B4-BE49-F238E27FC236}">
                <a16:creationId xmlns:a16="http://schemas.microsoft.com/office/drawing/2014/main" id="{3CAB6D8B-A2D2-1218-4303-000CA210E054}"/>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effectLst/>
                <a:uLnTx/>
                <a:uFillTx/>
                <a:latin typeface="American Captain" pitchFamily="2" charset="77"/>
                <a:ea typeface="+mn-ea"/>
                <a:cs typeface="+mn-cs"/>
              </a:rPr>
              <a:t>a</a:t>
            </a:r>
            <a:endParaRPr lang="nl-NL" dirty="0"/>
          </a:p>
        </p:txBody>
      </p:sp>
      <p:sp>
        <p:nvSpPr>
          <p:cNvPr id="8" name="Tekstvak 7">
            <a:extLst>
              <a:ext uri="{FF2B5EF4-FFF2-40B4-BE49-F238E27FC236}">
                <a16:creationId xmlns:a16="http://schemas.microsoft.com/office/drawing/2014/main" id="{5D894C11-73EA-610F-C914-542E9E27DC82}"/>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effectLst/>
                <a:uLnTx/>
                <a:uFillTx/>
                <a:latin typeface="American Captain" pitchFamily="2" charset="77"/>
                <a:ea typeface="+mn-ea"/>
                <a:cs typeface="+mn-cs"/>
              </a:rPr>
              <a:t>Leader</a:t>
            </a:r>
            <a:endParaRPr lang="nl-NL" sz="1050" dirty="0"/>
          </a:p>
        </p:txBody>
      </p:sp>
    </p:spTree>
    <p:extLst>
      <p:ext uri="{BB962C8B-B14F-4D97-AF65-F5344CB8AC3E}">
        <p14:creationId xmlns:p14="http://schemas.microsoft.com/office/powerpoint/2010/main" val="9610202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24BA51-C630-BA2A-58B6-69F9BB6816A0}"/>
              </a:ext>
            </a:extLst>
          </p:cNvPr>
          <p:cNvSpPr>
            <a:spLocks noGrp="1"/>
          </p:cNvSpPr>
          <p:nvPr>
            <p:ph type="body" sz="quarter" idx="12"/>
          </p:nvPr>
        </p:nvSpPr>
        <p:spPr/>
        <p:txBody>
          <a:bodyPr/>
          <a:lstStyle/>
          <a:p>
            <a:r>
              <a:rPr lang="en-US" sz="3000" dirty="0">
                <a:latin typeface="Ubuntu" panose="020B0504030602030204" pitchFamily="34" charset="0"/>
              </a:rPr>
              <a:t>Wants full control &amp; has a directive communication style</a:t>
            </a:r>
          </a:p>
        </p:txBody>
      </p:sp>
      <p:sp>
        <p:nvSpPr>
          <p:cNvPr id="3" name="Content Placeholder 2">
            <a:extLst>
              <a:ext uri="{FF2B5EF4-FFF2-40B4-BE49-F238E27FC236}">
                <a16:creationId xmlns:a16="http://schemas.microsoft.com/office/drawing/2014/main" id="{2077BF95-1F9E-AA05-3D0B-83E184AA9C48}"/>
              </a:ext>
            </a:extLst>
          </p:cNvPr>
          <p:cNvSpPr>
            <a:spLocks noGrp="1"/>
          </p:cNvSpPr>
          <p:nvPr>
            <p:ph sz="quarter" idx="13"/>
          </p:nvPr>
        </p:nvSpPr>
        <p:spPr/>
        <p:txBody>
          <a:bodyPr/>
          <a:lstStyle/>
          <a:p>
            <a:r>
              <a:rPr lang="en-US" dirty="0"/>
              <a:t>Delegation</a:t>
            </a:r>
            <a:endParaRPr lang="en-NL" dirty="0"/>
          </a:p>
        </p:txBody>
      </p:sp>
      <p:sp>
        <p:nvSpPr>
          <p:cNvPr id="4" name="Text Placeholder 3">
            <a:extLst>
              <a:ext uri="{FF2B5EF4-FFF2-40B4-BE49-F238E27FC236}">
                <a16:creationId xmlns:a16="http://schemas.microsoft.com/office/drawing/2014/main" id="{8946D5DF-DDC9-DF42-4883-DA9549CF8DE5}"/>
              </a:ext>
            </a:extLst>
          </p:cNvPr>
          <p:cNvSpPr>
            <a:spLocks noGrp="1"/>
          </p:cNvSpPr>
          <p:nvPr>
            <p:ph type="body" sz="quarter" idx="14"/>
          </p:nvPr>
        </p:nvSpPr>
        <p:spPr/>
        <p:txBody>
          <a:bodyPr/>
          <a:lstStyle/>
          <a:p>
            <a:r>
              <a:rPr lang="en-US" sz="3000" dirty="0">
                <a:latin typeface="Ubuntu" panose="020B0504030602030204" pitchFamily="34" charset="0"/>
              </a:rPr>
              <a:t>Gives individual targets and  measures on progress / efficiency/ quality &amp; Outputs</a:t>
            </a:r>
          </a:p>
        </p:txBody>
      </p:sp>
      <p:sp>
        <p:nvSpPr>
          <p:cNvPr id="5" name="Content Placeholder 4">
            <a:extLst>
              <a:ext uri="{FF2B5EF4-FFF2-40B4-BE49-F238E27FC236}">
                <a16:creationId xmlns:a16="http://schemas.microsoft.com/office/drawing/2014/main" id="{860EF69F-79FC-8315-A261-A0DDABAAA234}"/>
              </a:ext>
            </a:extLst>
          </p:cNvPr>
          <p:cNvSpPr>
            <a:spLocks noGrp="1"/>
          </p:cNvSpPr>
          <p:nvPr>
            <p:ph sz="quarter" idx="15"/>
          </p:nvPr>
        </p:nvSpPr>
        <p:spPr/>
        <p:txBody>
          <a:bodyPr/>
          <a:lstStyle/>
          <a:p>
            <a:r>
              <a:rPr lang="en-US" dirty="0"/>
              <a:t>measuring</a:t>
            </a:r>
            <a:endParaRPr lang="en-NL" dirty="0"/>
          </a:p>
        </p:txBody>
      </p:sp>
      <p:sp>
        <p:nvSpPr>
          <p:cNvPr id="6" name="Text Placeholder 1">
            <a:extLst>
              <a:ext uri="{FF2B5EF4-FFF2-40B4-BE49-F238E27FC236}">
                <a16:creationId xmlns:a16="http://schemas.microsoft.com/office/drawing/2014/main" id="{30EB7D6E-0473-1CF2-0312-219FF0DBC038}"/>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11</a:t>
            </a:r>
          </a:p>
        </p:txBody>
      </p:sp>
      <p:sp>
        <p:nvSpPr>
          <p:cNvPr id="7" name="Tekstvak 6">
            <a:extLst>
              <a:ext uri="{FF2B5EF4-FFF2-40B4-BE49-F238E27FC236}">
                <a16:creationId xmlns:a16="http://schemas.microsoft.com/office/drawing/2014/main" id="{A9D67FE4-9D10-4E65-554C-0B91AEF7EE37}"/>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27182567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24BA51-C630-BA2A-58B6-69F9BB6816A0}"/>
              </a:ext>
            </a:extLst>
          </p:cNvPr>
          <p:cNvSpPr>
            <a:spLocks noGrp="1"/>
          </p:cNvSpPr>
          <p:nvPr>
            <p:ph type="body" sz="quarter" idx="12"/>
          </p:nvPr>
        </p:nvSpPr>
        <p:spPr/>
        <p:txBody>
          <a:bodyPr/>
          <a:lstStyle/>
          <a:p>
            <a:r>
              <a:rPr lang="en-US" sz="3000" dirty="0">
                <a:latin typeface="Ubuntu" panose="020B0504030602030204" pitchFamily="34" charset="0"/>
              </a:rPr>
              <a:t>Wants to be in control &amp; delegates less critical responsibilities</a:t>
            </a:r>
          </a:p>
        </p:txBody>
      </p:sp>
      <p:sp>
        <p:nvSpPr>
          <p:cNvPr id="3" name="Content Placeholder 2">
            <a:extLst>
              <a:ext uri="{FF2B5EF4-FFF2-40B4-BE49-F238E27FC236}">
                <a16:creationId xmlns:a16="http://schemas.microsoft.com/office/drawing/2014/main" id="{2077BF95-1F9E-AA05-3D0B-83E184AA9C48}"/>
              </a:ext>
            </a:extLst>
          </p:cNvPr>
          <p:cNvSpPr>
            <a:spLocks noGrp="1"/>
          </p:cNvSpPr>
          <p:nvPr>
            <p:ph sz="quarter" idx="13"/>
          </p:nvPr>
        </p:nvSpPr>
        <p:spPr/>
        <p:txBody>
          <a:bodyPr/>
          <a:lstStyle/>
          <a:p>
            <a:r>
              <a:rPr lang="en-US" dirty="0"/>
              <a:t>Delegation</a:t>
            </a:r>
            <a:endParaRPr lang="en-NL" dirty="0"/>
          </a:p>
        </p:txBody>
      </p:sp>
      <p:sp>
        <p:nvSpPr>
          <p:cNvPr id="4" name="Text Placeholder 3">
            <a:extLst>
              <a:ext uri="{FF2B5EF4-FFF2-40B4-BE49-F238E27FC236}">
                <a16:creationId xmlns:a16="http://schemas.microsoft.com/office/drawing/2014/main" id="{8946D5DF-DDC9-DF42-4883-DA9549CF8DE5}"/>
              </a:ext>
            </a:extLst>
          </p:cNvPr>
          <p:cNvSpPr>
            <a:spLocks noGrp="1"/>
          </p:cNvSpPr>
          <p:nvPr>
            <p:ph type="body" sz="quarter" idx="14"/>
          </p:nvPr>
        </p:nvSpPr>
        <p:spPr/>
        <p:txBody>
          <a:bodyPr/>
          <a:lstStyle/>
          <a:p>
            <a:r>
              <a:rPr lang="en-US" sz="3000" dirty="0">
                <a:latin typeface="Ubuntu" panose="020B0504030602030204" pitchFamily="34" charset="0"/>
              </a:rPr>
              <a:t>Gives team(s) targets and measures on progress / efficiency / quality &amp; outcomes</a:t>
            </a:r>
          </a:p>
        </p:txBody>
      </p:sp>
      <p:sp>
        <p:nvSpPr>
          <p:cNvPr id="5" name="Content Placeholder 4">
            <a:extLst>
              <a:ext uri="{FF2B5EF4-FFF2-40B4-BE49-F238E27FC236}">
                <a16:creationId xmlns:a16="http://schemas.microsoft.com/office/drawing/2014/main" id="{860EF69F-79FC-8315-A261-A0DDABAAA234}"/>
              </a:ext>
            </a:extLst>
          </p:cNvPr>
          <p:cNvSpPr>
            <a:spLocks noGrp="1"/>
          </p:cNvSpPr>
          <p:nvPr>
            <p:ph sz="quarter" idx="15"/>
          </p:nvPr>
        </p:nvSpPr>
        <p:spPr/>
        <p:txBody>
          <a:bodyPr/>
          <a:lstStyle/>
          <a:p>
            <a:r>
              <a:rPr lang="en-US" dirty="0"/>
              <a:t>measuring</a:t>
            </a:r>
            <a:endParaRPr lang="en-NL" dirty="0"/>
          </a:p>
        </p:txBody>
      </p:sp>
      <p:sp>
        <p:nvSpPr>
          <p:cNvPr id="6" name="Text Placeholder 1">
            <a:extLst>
              <a:ext uri="{FF2B5EF4-FFF2-40B4-BE49-F238E27FC236}">
                <a16:creationId xmlns:a16="http://schemas.microsoft.com/office/drawing/2014/main" id="{4468637D-9389-3D43-7766-53E64610CED3}"/>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5</a:t>
            </a:r>
          </a:p>
        </p:txBody>
      </p:sp>
      <p:sp>
        <p:nvSpPr>
          <p:cNvPr id="7" name="Tekstvak 6">
            <a:extLst>
              <a:ext uri="{FF2B5EF4-FFF2-40B4-BE49-F238E27FC236}">
                <a16:creationId xmlns:a16="http://schemas.microsoft.com/office/drawing/2014/main" id="{191910F3-2ED4-F21D-AAFE-F911445675DE}"/>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effectLst/>
                <a:uLnTx/>
                <a:uFillTx/>
                <a:latin typeface="American Captain" pitchFamily="2" charset="77"/>
                <a:ea typeface="+mn-ea"/>
                <a:cs typeface="+mn-cs"/>
              </a:rPr>
              <a:t>a</a:t>
            </a:r>
            <a:endParaRPr lang="nl-NL" dirty="0"/>
          </a:p>
        </p:txBody>
      </p:sp>
      <p:sp>
        <p:nvSpPr>
          <p:cNvPr id="8" name="Tekstvak 7">
            <a:extLst>
              <a:ext uri="{FF2B5EF4-FFF2-40B4-BE49-F238E27FC236}">
                <a16:creationId xmlns:a16="http://schemas.microsoft.com/office/drawing/2014/main" id="{23D68357-B916-06DC-CBDE-BF416BF7E277}"/>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effectLst/>
                <a:uLnTx/>
                <a:uFillTx/>
                <a:latin typeface="American Captain" pitchFamily="2" charset="77"/>
                <a:ea typeface="+mn-ea"/>
                <a:cs typeface="+mn-cs"/>
              </a:rPr>
              <a:t>Leader</a:t>
            </a:r>
            <a:endParaRPr lang="nl-NL" sz="1050" dirty="0"/>
          </a:p>
        </p:txBody>
      </p:sp>
    </p:spTree>
    <p:extLst>
      <p:ext uri="{BB962C8B-B14F-4D97-AF65-F5344CB8AC3E}">
        <p14:creationId xmlns:p14="http://schemas.microsoft.com/office/powerpoint/2010/main" val="14829156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24BA51-C630-BA2A-58B6-69F9BB6816A0}"/>
              </a:ext>
            </a:extLst>
          </p:cNvPr>
          <p:cNvSpPr>
            <a:spLocks noGrp="1"/>
          </p:cNvSpPr>
          <p:nvPr>
            <p:ph type="body" sz="quarter" idx="12"/>
          </p:nvPr>
        </p:nvSpPr>
        <p:spPr/>
        <p:txBody>
          <a:bodyPr/>
          <a:lstStyle/>
          <a:p>
            <a:r>
              <a:rPr lang="en-US" sz="3000" dirty="0">
                <a:latin typeface="Ubuntu" panose="020B0504030602030204" pitchFamily="34" charset="0"/>
              </a:rPr>
              <a:t>Wants to be in control &amp; delegates less critical responsibilities</a:t>
            </a:r>
          </a:p>
        </p:txBody>
      </p:sp>
      <p:sp>
        <p:nvSpPr>
          <p:cNvPr id="3" name="Content Placeholder 2">
            <a:extLst>
              <a:ext uri="{FF2B5EF4-FFF2-40B4-BE49-F238E27FC236}">
                <a16:creationId xmlns:a16="http://schemas.microsoft.com/office/drawing/2014/main" id="{2077BF95-1F9E-AA05-3D0B-83E184AA9C48}"/>
              </a:ext>
            </a:extLst>
          </p:cNvPr>
          <p:cNvSpPr>
            <a:spLocks noGrp="1"/>
          </p:cNvSpPr>
          <p:nvPr>
            <p:ph sz="quarter" idx="13"/>
          </p:nvPr>
        </p:nvSpPr>
        <p:spPr/>
        <p:txBody>
          <a:bodyPr/>
          <a:lstStyle/>
          <a:p>
            <a:r>
              <a:rPr lang="en-US" dirty="0"/>
              <a:t>Delegation</a:t>
            </a:r>
            <a:endParaRPr lang="en-NL" dirty="0"/>
          </a:p>
        </p:txBody>
      </p:sp>
      <p:sp>
        <p:nvSpPr>
          <p:cNvPr id="4" name="Text Placeholder 3">
            <a:extLst>
              <a:ext uri="{FF2B5EF4-FFF2-40B4-BE49-F238E27FC236}">
                <a16:creationId xmlns:a16="http://schemas.microsoft.com/office/drawing/2014/main" id="{8946D5DF-DDC9-DF42-4883-DA9549CF8DE5}"/>
              </a:ext>
            </a:extLst>
          </p:cNvPr>
          <p:cNvSpPr>
            <a:spLocks noGrp="1"/>
          </p:cNvSpPr>
          <p:nvPr>
            <p:ph type="body" sz="quarter" idx="14"/>
          </p:nvPr>
        </p:nvSpPr>
        <p:spPr/>
        <p:txBody>
          <a:bodyPr/>
          <a:lstStyle/>
          <a:p>
            <a:r>
              <a:rPr lang="en-US" sz="3000" dirty="0">
                <a:latin typeface="Ubuntu" panose="020B0504030602030204" pitchFamily="34" charset="0"/>
              </a:rPr>
              <a:t>Gives team(s) targets and measures on progress / efficiency / quality &amp; outcomes</a:t>
            </a:r>
          </a:p>
        </p:txBody>
      </p:sp>
      <p:sp>
        <p:nvSpPr>
          <p:cNvPr id="5" name="Content Placeholder 4">
            <a:extLst>
              <a:ext uri="{FF2B5EF4-FFF2-40B4-BE49-F238E27FC236}">
                <a16:creationId xmlns:a16="http://schemas.microsoft.com/office/drawing/2014/main" id="{860EF69F-79FC-8315-A261-A0DDABAAA234}"/>
              </a:ext>
            </a:extLst>
          </p:cNvPr>
          <p:cNvSpPr>
            <a:spLocks noGrp="1"/>
          </p:cNvSpPr>
          <p:nvPr>
            <p:ph sz="quarter" idx="15"/>
          </p:nvPr>
        </p:nvSpPr>
        <p:spPr/>
        <p:txBody>
          <a:bodyPr/>
          <a:lstStyle/>
          <a:p>
            <a:r>
              <a:rPr lang="en-US" dirty="0"/>
              <a:t>measuring</a:t>
            </a:r>
            <a:endParaRPr lang="en-NL" dirty="0"/>
          </a:p>
        </p:txBody>
      </p:sp>
      <p:sp>
        <p:nvSpPr>
          <p:cNvPr id="6" name="Text Placeholder 1">
            <a:extLst>
              <a:ext uri="{FF2B5EF4-FFF2-40B4-BE49-F238E27FC236}">
                <a16:creationId xmlns:a16="http://schemas.microsoft.com/office/drawing/2014/main" id="{4468637D-9389-3D43-7766-53E64610CED3}"/>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5</a:t>
            </a:r>
          </a:p>
        </p:txBody>
      </p:sp>
      <p:sp>
        <p:nvSpPr>
          <p:cNvPr id="7" name="Tekstvak 6">
            <a:extLst>
              <a:ext uri="{FF2B5EF4-FFF2-40B4-BE49-F238E27FC236}">
                <a16:creationId xmlns:a16="http://schemas.microsoft.com/office/drawing/2014/main" id="{D7E06808-286F-9CE0-06C5-8B6FD89C89B8}"/>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1166607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24BA51-C630-BA2A-58B6-69F9BB6816A0}"/>
              </a:ext>
            </a:extLst>
          </p:cNvPr>
          <p:cNvSpPr>
            <a:spLocks noGrp="1"/>
          </p:cNvSpPr>
          <p:nvPr>
            <p:ph type="body" sz="quarter" idx="12"/>
          </p:nvPr>
        </p:nvSpPr>
        <p:spPr/>
        <p:txBody>
          <a:bodyPr/>
          <a:lstStyle/>
          <a:p>
            <a:r>
              <a:rPr lang="en-US" sz="3000" dirty="0">
                <a:latin typeface="Ubuntu" panose="020B0504030602030204" pitchFamily="34" charset="0"/>
              </a:rPr>
              <a:t>Delegates more important responsibilities</a:t>
            </a:r>
          </a:p>
        </p:txBody>
      </p:sp>
      <p:sp>
        <p:nvSpPr>
          <p:cNvPr id="3" name="Content Placeholder 2">
            <a:extLst>
              <a:ext uri="{FF2B5EF4-FFF2-40B4-BE49-F238E27FC236}">
                <a16:creationId xmlns:a16="http://schemas.microsoft.com/office/drawing/2014/main" id="{2077BF95-1F9E-AA05-3D0B-83E184AA9C48}"/>
              </a:ext>
            </a:extLst>
          </p:cNvPr>
          <p:cNvSpPr>
            <a:spLocks noGrp="1"/>
          </p:cNvSpPr>
          <p:nvPr>
            <p:ph sz="quarter" idx="13"/>
          </p:nvPr>
        </p:nvSpPr>
        <p:spPr/>
        <p:txBody>
          <a:bodyPr/>
          <a:lstStyle/>
          <a:p>
            <a:r>
              <a:rPr lang="en-US" dirty="0"/>
              <a:t>Delegation</a:t>
            </a:r>
            <a:endParaRPr lang="en-NL" dirty="0"/>
          </a:p>
        </p:txBody>
      </p:sp>
      <p:sp>
        <p:nvSpPr>
          <p:cNvPr id="4" name="Text Placeholder 3">
            <a:extLst>
              <a:ext uri="{FF2B5EF4-FFF2-40B4-BE49-F238E27FC236}">
                <a16:creationId xmlns:a16="http://schemas.microsoft.com/office/drawing/2014/main" id="{8946D5DF-DDC9-DF42-4883-DA9549CF8DE5}"/>
              </a:ext>
            </a:extLst>
          </p:cNvPr>
          <p:cNvSpPr>
            <a:spLocks noGrp="1"/>
          </p:cNvSpPr>
          <p:nvPr>
            <p:ph type="body" sz="quarter" idx="14"/>
          </p:nvPr>
        </p:nvSpPr>
        <p:spPr/>
        <p:txBody>
          <a:bodyPr/>
          <a:lstStyle/>
          <a:p>
            <a:r>
              <a:rPr lang="en-US" sz="3000" dirty="0">
                <a:latin typeface="Ubuntu" panose="020B0504030602030204" pitchFamily="34" charset="0"/>
              </a:rPr>
              <a:t>Provides boundary conditions for teams to set  their own targets</a:t>
            </a:r>
          </a:p>
        </p:txBody>
      </p:sp>
      <p:sp>
        <p:nvSpPr>
          <p:cNvPr id="5" name="Content Placeholder 4">
            <a:extLst>
              <a:ext uri="{FF2B5EF4-FFF2-40B4-BE49-F238E27FC236}">
                <a16:creationId xmlns:a16="http://schemas.microsoft.com/office/drawing/2014/main" id="{860EF69F-79FC-8315-A261-A0DDABAAA234}"/>
              </a:ext>
            </a:extLst>
          </p:cNvPr>
          <p:cNvSpPr>
            <a:spLocks noGrp="1"/>
          </p:cNvSpPr>
          <p:nvPr>
            <p:ph sz="quarter" idx="15"/>
          </p:nvPr>
        </p:nvSpPr>
        <p:spPr/>
        <p:txBody>
          <a:bodyPr/>
          <a:lstStyle/>
          <a:p>
            <a:r>
              <a:rPr lang="en-US" dirty="0"/>
              <a:t>measuring</a:t>
            </a:r>
            <a:endParaRPr lang="en-NL" dirty="0"/>
          </a:p>
        </p:txBody>
      </p:sp>
      <p:sp>
        <p:nvSpPr>
          <p:cNvPr id="6" name="Text Placeholder 1">
            <a:extLst>
              <a:ext uri="{FF2B5EF4-FFF2-40B4-BE49-F238E27FC236}">
                <a16:creationId xmlns:a16="http://schemas.microsoft.com/office/drawing/2014/main" id="{BA430EAE-37CA-BDC6-7261-6924ACB82ECC}"/>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16</a:t>
            </a:r>
          </a:p>
        </p:txBody>
      </p:sp>
      <p:sp>
        <p:nvSpPr>
          <p:cNvPr id="7" name="Tekstvak 6">
            <a:extLst>
              <a:ext uri="{FF2B5EF4-FFF2-40B4-BE49-F238E27FC236}">
                <a16:creationId xmlns:a16="http://schemas.microsoft.com/office/drawing/2014/main" id="{1B1A2147-9D26-E322-B58D-F8D690A32B6B}"/>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effectLst/>
                <a:uLnTx/>
                <a:uFillTx/>
                <a:latin typeface="American Captain" pitchFamily="2" charset="77"/>
                <a:ea typeface="+mn-ea"/>
                <a:cs typeface="+mn-cs"/>
              </a:rPr>
              <a:t>a</a:t>
            </a:r>
            <a:endParaRPr lang="nl-NL" dirty="0"/>
          </a:p>
        </p:txBody>
      </p:sp>
      <p:sp>
        <p:nvSpPr>
          <p:cNvPr id="8" name="Tekstvak 7">
            <a:extLst>
              <a:ext uri="{FF2B5EF4-FFF2-40B4-BE49-F238E27FC236}">
                <a16:creationId xmlns:a16="http://schemas.microsoft.com/office/drawing/2014/main" id="{1E1395DA-C126-DE18-A1A2-AA0BA295098F}"/>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effectLst/>
                <a:uLnTx/>
                <a:uFillTx/>
                <a:latin typeface="American Captain" pitchFamily="2" charset="77"/>
                <a:ea typeface="+mn-ea"/>
                <a:cs typeface="+mn-cs"/>
              </a:rPr>
              <a:t>Leader</a:t>
            </a:r>
            <a:endParaRPr lang="nl-NL" sz="1050" dirty="0"/>
          </a:p>
        </p:txBody>
      </p:sp>
    </p:spTree>
    <p:extLst>
      <p:ext uri="{BB962C8B-B14F-4D97-AF65-F5344CB8AC3E}">
        <p14:creationId xmlns:p14="http://schemas.microsoft.com/office/powerpoint/2010/main" val="37900172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24BA51-C630-BA2A-58B6-69F9BB6816A0}"/>
              </a:ext>
            </a:extLst>
          </p:cNvPr>
          <p:cNvSpPr>
            <a:spLocks noGrp="1"/>
          </p:cNvSpPr>
          <p:nvPr>
            <p:ph type="body" sz="quarter" idx="12"/>
          </p:nvPr>
        </p:nvSpPr>
        <p:spPr/>
        <p:txBody>
          <a:bodyPr/>
          <a:lstStyle/>
          <a:p>
            <a:r>
              <a:rPr lang="en-US" sz="3000" dirty="0">
                <a:latin typeface="Ubuntu" panose="020B0504030602030204" pitchFamily="34" charset="0"/>
              </a:rPr>
              <a:t>Delegates more important responsibilities</a:t>
            </a:r>
          </a:p>
        </p:txBody>
      </p:sp>
      <p:sp>
        <p:nvSpPr>
          <p:cNvPr id="3" name="Content Placeholder 2">
            <a:extLst>
              <a:ext uri="{FF2B5EF4-FFF2-40B4-BE49-F238E27FC236}">
                <a16:creationId xmlns:a16="http://schemas.microsoft.com/office/drawing/2014/main" id="{2077BF95-1F9E-AA05-3D0B-83E184AA9C48}"/>
              </a:ext>
            </a:extLst>
          </p:cNvPr>
          <p:cNvSpPr>
            <a:spLocks noGrp="1"/>
          </p:cNvSpPr>
          <p:nvPr>
            <p:ph sz="quarter" idx="13"/>
          </p:nvPr>
        </p:nvSpPr>
        <p:spPr/>
        <p:txBody>
          <a:bodyPr/>
          <a:lstStyle/>
          <a:p>
            <a:r>
              <a:rPr lang="en-US" dirty="0"/>
              <a:t>Delegation</a:t>
            </a:r>
            <a:endParaRPr lang="en-NL" dirty="0"/>
          </a:p>
        </p:txBody>
      </p:sp>
      <p:sp>
        <p:nvSpPr>
          <p:cNvPr id="4" name="Text Placeholder 3">
            <a:extLst>
              <a:ext uri="{FF2B5EF4-FFF2-40B4-BE49-F238E27FC236}">
                <a16:creationId xmlns:a16="http://schemas.microsoft.com/office/drawing/2014/main" id="{8946D5DF-DDC9-DF42-4883-DA9549CF8DE5}"/>
              </a:ext>
            </a:extLst>
          </p:cNvPr>
          <p:cNvSpPr>
            <a:spLocks noGrp="1"/>
          </p:cNvSpPr>
          <p:nvPr>
            <p:ph type="body" sz="quarter" idx="14"/>
          </p:nvPr>
        </p:nvSpPr>
        <p:spPr/>
        <p:txBody>
          <a:bodyPr/>
          <a:lstStyle/>
          <a:p>
            <a:r>
              <a:rPr lang="en-US" sz="3000" dirty="0">
                <a:latin typeface="Ubuntu" panose="020B0504030602030204" pitchFamily="34" charset="0"/>
              </a:rPr>
              <a:t>Provides boundary conditions for teams to set  their own targets</a:t>
            </a:r>
          </a:p>
        </p:txBody>
      </p:sp>
      <p:sp>
        <p:nvSpPr>
          <p:cNvPr id="5" name="Content Placeholder 4">
            <a:extLst>
              <a:ext uri="{FF2B5EF4-FFF2-40B4-BE49-F238E27FC236}">
                <a16:creationId xmlns:a16="http://schemas.microsoft.com/office/drawing/2014/main" id="{860EF69F-79FC-8315-A261-A0DDABAAA234}"/>
              </a:ext>
            </a:extLst>
          </p:cNvPr>
          <p:cNvSpPr>
            <a:spLocks noGrp="1"/>
          </p:cNvSpPr>
          <p:nvPr>
            <p:ph sz="quarter" idx="15"/>
          </p:nvPr>
        </p:nvSpPr>
        <p:spPr/>
        <p:txBody>
          <a:bodyPr/>
          <a:lstStyle/>
          <a:p>
            <a:r>
              <a:rPr lang="en-US" dirty="0"/>
              <a:t>measuring</a:t>
            </a:r>
            <a:endParaRPr lang="en-NL" dirty="0"/>
          </a:p>
        </p:txBody>
      </p:sp>
      <p:sp>
        <p:nvSpPr>
          <p:cNvPr id="6" name="Text Placeholder 1">
            <a:extLst>
              <a:ext uri="{FF2B5EF4-FFF2-40B4-BE49-F238E27FC236}">
                <a16:creationId xmlns:a16="http://schemas.microsoft.com/office/drawing/2014/main" id="{BA430EAE-37CA-BDC6-7261-6924ACB82ECC}"/>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16</a:t>
            </a:r>
          </a:p>
        </p:txBody>
      </p:sp>
      <p:sp>
        <p:nvSpPr>
          <p:cNvPr id="7" name="Tekstvak 6">
            <a:extLst>
              <a:ext uri="{FF2B5EF4-FFF2-40B4-BE49-F238E27FC236}">
                <a16:creationId xmlns:a16="http://schemas.microsoft.com/office/drawing/2014/main" id="{743B9909-0F45-945D-9D13-01C15D618D96}"/>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7810628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24BA51-C630-BA2A-58B6-69F9BB6816A0}"/>
              </a:ext>
            </a:extLst>
          </p:cNvPr>
          <p:cNvSpPr>
            <a:spLocks noGrp="1"/>
          </p:cNvSpPr>
          <p:nvPr>
            <p:ph type="body" sz="quarter" idx="12"/>
          </p:nvPr>
        </p:nvSpPr>
        <p:spPr/>
        <p:txBody>
          <a:bodyPr/>
          <a:lstStyle/>
          <a:p>
            <a:r>
              <a:rPr lang="en-US" sz="3000" dirty="0">
                <a:latin typeface="Ubuntu" panose="020B0504030602030204" pitchFamily="34" charset="0"/>
              </a:rPr>
              <a:t>Delegates all but critical decisions &amp; responsibilities</a:t>
            </a:r>
          </a:p>
        </p:txBody>
      </p:sp>
      <p:sp>
        <p:nvSpPr>
          <p:cNvPr id="3" name="Content Placeholder 2">
            <a:extLst>
              <a:ext uri="{FF2B5EF4-FFF2-40B4-BE49-F238E27FC236}">
                <a16:creationId xmlns:a16="http://schemas.microsoft.com/office/drawing/2014/main" id="{2077BF95-1F9E-AA05-3D0B-83E184AA9C48}"/>
              </a:ext>
            </a:extLst>
          </p:cNvPr>
          <p:cNvSpPr>
            <a:spLocks noGrp="1"/>
          </p:cNvSpPr>
          <p:nvPr>
            <p:ph sz="quarter" idx="13"/>
          </p:nvPr>
        </p:nvSpPr>
        <p:spPr/>
        <p:txBody>
          <a:bodyPr/>
          <a:lstStyle/>
          <a:p>
            <a:r>
              <a:rPr lang="en-US" dirty="0"/>
              <a:t>Delegation</a:t>
            </a:r>
            <a:endParaRPr lang="en-NL" dirty="0"/>
          </a:p>
        </p:txBody>
      </p:sp>
      <p:sp>
        <p:nvSpPr>
          <p:cNvPr id="4" name="Text Placeholder 3">
            <a:extLst>
              <a:ext uri="{FF2B5EF4-FFF2-40B4-BE49-F238E27FC236}">
                <a16:creationId xmlns:a16="http://schemas.microsoft.com/office/drawing/2014/main" id="{8946D5DF-DDC9-DF42-4883-DA9549CF8DE5}"/>
              </a:ext>
            </a:extLst>
          </p:cNvPr>
          <p:cNvSpPr>
            <a:spLocks noGrp="1"/>
          </p:cNvSpPr>
          <p:nvPr>
            <p:ph type="body" sz="quarter" idx="14"/>
          </p:nvPr>
        </p:nvSpPr>
        <p:spPr/>
        <p:txBody>
          <a:bodyPr/>
          <a:lstStyle/>
          <a:p>
            <a:r>
              <a:rPr lang="en-US" sz="3000" dirty="0">
                <a:latin typeface="Ubuntu" panose="020B0504030602030204" pitchFamily="34" charset="0"/>
              </a:rPr>
              <a:t>Creates an environment where teams can self-manage &amp; create value</a:t>
            </a:r>
          </a:p>
        </p:txBody>
      </p:sp>
      <p:sp>
        <p:nvSpPr>
          <p:cNvPr id="5" name="Content Placeholder 4">
            <a:extLst>
              <a:ext uri="{FF2B5EF4-FFF2-40B4-BE49-F238E27FC236}">
                <a16:creationId xmlns:a16="http://schemas.microsoft.com/office/drawing/2014/main" id="{860EF69F-79FC-8315-A261-A0DDABAAA234}"/>
              </a:ext>
            </a:extLst>
          </p:cNvPr>
          <p:cNvSpPr>
            <a:spLocks noGrp="1"/>
          </p:cNvSpPr>
          <p:nvPr>
            <p:ph sz="quarter" idx="15"/>
          </p:nvPr>
        </p:nvSpPr>
        <p:spPr/>
        <p:txBody>
          <a:bodyPr/>
          <a:lstStyle/>
          <a:p>
            <a:r>
              <a:rPr lang="en-US" dirty="0"/>
              <a:t>measuring</a:t>
            </a:r>
            <a:endParaRPr lang="en-NL" dirty="0"/>
          </a:p>
        </p:txBody>
      </p:sp>
      <p:sp>
        <p:nvSpPr>
          <p:cNvPr id="6" name="Text Placeholder 1">
            <a:extLst>
              <a:ext uri="{FF2B5EF4-FFF2-40B4-BE49-F238E27FC236}">
                <a16:creationId xmlns:a16="http://schemas.microsoft.com/office/drawing/2014/main" id="{D869DEFD-FAD9-D801-FF67-E2AA59254600}"/>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2</a:t>
            </a:r>
          </a:p>
        </p:txBody>
      </p:sp>
      <p:sp>
        <p:nvSpPr>
          <p:cNvPr id="7" name="Tekstvak 6">
            <a:extLst>
              <a:ext uri="{FF2B5EF4-FFF2-40B4-BE49-F238E27FC236}">
                <a16:creationId xmlns:a16="http://schemas.microsoft.com/office/drawing/2014/main" id="{AFC6EC0D-7A10-4988-25B3-DBFFFDF729F2}"/>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effectLst/>
                <a:uLnTx/>
                <a:uFillTx/>
                <a:latin typeface="American Captain" pitchFamily="2" charset="77"/>
                <a:ea typeface="+mn-ea"/>
                <a:cs typeface="+mn-cs"/>
              </a:rPr>
              <a:t>a</a:t>
            </a:r>
            <a:endParaRPr lang="nl-NL" dirty="0"/>
          </a:p>
        </p:txBody>
      </p:sp>
      <p:sp>
        <p:nvSpPr>
          <p:cNvPr id="8" name="Tekstvak 7">
            <a:extLst>
              <a:ext uri="{FF2B5EF4-FFF2-40B4-BE49-F238E27FC236}">
                <a16:creationId xmlns:a16="http://schemas.microsoft.com/office/drawing/2014/main" id="{C78F73B6-8DA6-40BF-3E94-77C3B7EAEBDA}"/>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effectLst/>
                <a:uLnTx/>
                <a:uFillTx/>
                <a:latin typeface="American Captain" pitchFamily="2" charset="77"/>
                <a:ea typeface="+mn-ea"/>
                <a:cs typeface="+mn-cs"/>
              </a:rPr>
              <a:t>Leader</a:t>
            </a:r>
            <a:endParaRPr lang="nl-NL" sz="1050" dirty="0"/>
          </a:p>
        </p:txBody>
      </p:sp>
    </p:spTree>
    <p:extLst>
      <p:ext uri="{BB962C8B-B14F-4D97-AF65-F5344CB8AC3E}">
        <p14:creationId xmlns:p14="http://schemas.microsoft.com/office/powerpoint/2010/main" val="21980574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24BA51-C630-BA2A-58B6-69F9BB6816A0}"/>
              </a:ext>
            </a:extLst>
          </p:cNvPr>
          <p:cNvSpPr>
            <a:spLocks noGrp="1"/>
          </p:cNvSpPr>
          <p:nvPr>
            <p:ph type="body" sz="quarter" idx="12"/>
          </p:nvPr>
        </p:nvSpPr>
        <p:spPr/>
        <p:txBody>
          <a:bodyPr/>
          <a:lstStyle/>
          <a:p>
            <a:r>
              <a:rPr lang="en-US" sz="3000" dirty="0">
                <a:latin typeface="Ubuntu" panose="020B0504030602030204" pitchFamily="34" charset="0"/>
              </a:rPr>
              <a:t>Delegates all but critical decisions &amp; responsibilities</a:t>
            </a:r>
          </a:p>
        </p:txBody>
      </p:sp>
      <p:sp>
        <p:nvSpPr>
          <p:cNvPr id="3" name="Content Placeholder 2">
            <a:extLst>
              <a:ext uri="{FF2B5EF4-FFF2-40B4-BE49-F238E27FC236}">
                <a16:creationId xmlns:a16="http://schemas.microsoft.com/office/drawing/2014/main" id="{2077BF95-1F9E-AA05-3D0B-83E184AA9C48}"/>
              </a:ext>
            </a:extLst>
          </p:cNvPr>
          <p:cNvSpPr>
            <a:spLocks noGrp="1"/>
          </p:cNvSpPr>
          <p:nvPr>
            <p:ph sz="quarter" idx="13"/>
          </p:nvPr>
        </p:nvSpPr>
        <p:spPr/>
        <p:txBody>
          <a:bodyPr/>
          <a:lstStyle/>
          <a:p>
            <a:r>
              <a:rPr lang="en-US" dirty="0"/>
              <a:t>Delegation</a:t>
            </a:r>
            <a:endParaRPr lang="en-NL" dirty="0"/>
          </a:p>
        </p:txBody>
      </p:sp>
      <p:sp>
        <p:nvSpPr>
          <p:cNvPr id="4" name="Text Placeholder 3">
            <a:extLst>
              <a:ext uri="{FF2B5EF4-FFF2-40B4-BE49-F238E27FC236}">
                <a16:creationId xmlns:a16="http://schemas.microsoft.com/office/drawing/2014/main" id="{8946D5DF-DDC9-DF42-4883-DA9549CF8DE5}"/>
              </a:ext>
            </a:extLst>
          </p:cNvPr>
          <p:cNvSpPr>
            <a:spLocks noGrp="1"/>
          </p:cNvSpPr>
          <p:nvPr>
            <p:ph type="body" sz="quarter" idx="14"/>
          </p:nvPr>
        </p:nvSpPr>
        <p:spPr/>
        <p:txBody>
          <a:bodyPr/>
          <a:lstStyle/>
          <a:p>
            <a:r>
              <a:rPr lang="en-US" sz="3000" dirty="0">
                <a:latin typeface="Ubuntu" panose="020B0504030602030204" pitchFamily="34" charset="0"/>
              </a:rPr>
              <a:t>Creates an environment where teams can self-manage &amp; create value</a:t>
            </a:r>
          </a:p>
        </p:txBody>
      </p:sp>
      <p:sp>
        <p:nvSpPr>
          <p:cNvPr id="5" name="Content Placeholder 4">
            <a:extLst>
              <a:ext uri="{FF2B5EF4-FFF2-40B4-BE49-F238E27FC236}">
                <a16:creationId xmlns:a16="http://schemas.microsoft.com/office/drawing/2014/main" id="{860EF69F-79FC-8315-A261-A0DDABAAA234}"/>
              </a:ext>
            </a:extLst>
          </p:cNvPr>
          <p:cNvSpPr>
            <a:spLocks noGrp="1"/>
          </p:cNvSpPr>
          <p:nvPr>
            <p:ph sz="quarter" idx="15"/>
          </p:nvPr>
        </p:nvSpPr>
        <p:spPr/>
        <p:txBody>
          <a:bodyPr/>
          <a:lstStyle/>
          <a:p>
            <a:r>
              <a:rPr lang="en-US" dirty="0"/>
              <a:t>measuring</a:t>
            </a:r>
            <a:endParaRPr lang="en-NL" dirty="0"/>
          </a:p>
        </p:txBody>
      </p:sp>
      <p:sp>
        <p:nvSpPr>
          <p:cNvPr id="6" name="Text Placeholder 1">
            <a:extLst>
              <a:ext uri="{FF2B5EF4-FFF2-40B4-BE49-F238E27FC236}">
                <a16:creationId xmlns:a16="http://schemas.microsoft.com/office/drawing/2014/main" id="{D869DEFD-FAD9-D801-FF67-E2AA59254600}"/>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2</a:t>
            </a:r>
          </a:p>
        </p:txBody>
      </p:sp>
      <p:sp>
        <p:nvSpPr>
          <p:cNvPr id="7" name="Tekstvak 6">
            <a:extLst>
              <a:ext uri="{FF2B5EF4-FFF2-40B4-BE49-F238E27FC236}">
                <a16:creationId xmlns:a16="http://schemas.microsoft.com/office/drawing/2014/main" id="{CFDFF1DA-8492-4B26-0E7F-A8E46CD9E992}"/>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32592175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24BA51-C630-BA2A-58B6-69F9BB6816A0}"/>
              </a:ext>
            </a:extLst>
          </p:cNvPr>
          <p:cNvSpPr>
            <a:spLocks noGrp="1"/>
          </p:cNvSpPr>
          <p:nvPr>
            <p:ph type="body" sz="quarter" idx="12"/>
          </p:nvPr>
        </p:nvSpPr>
        <p:spPr/>
        <p:txBody>
          <a:bodyPr/>
          <a:lstStyle/>
          <a:p>
            <a:r>
              <a:rPr lang="en-US" sz="3000" dirty="0">
                <a:latin typeface="Ubuntu" panose="020B0504030602030204" pitchFamily="34" charset="0"/>
              </a:rPr>
              <a:t>Delegate all decisions &amp; responsibilities</a:t>
            </a:r>
          </a:p>
        </p:txBody>
      </p:sp>
      <p:sp>
        <p:nvSpPr>
          <p:cNvPr id="3" name="Content Placeholder 2">
            <a:extLst>
              <a:ext uri="{FF2B5EF4-FFF2-40B4-BE49-F238E27FC236}">
                <a16:creationId xmlns:a16="http://schemas.microsoft.com/office/drawing/2014/main" id="{2077BF95-1F9E-AA05-3D0B-83E184AA9C48}"/>
              </a:ext>
            </a:extLst>
          </p:cNvPr>
          <p:cNvSpPr>
            <a:spLocks noGrp="1"/>
          </p:cNvSpPr>
          <p:nvPr>
            <p:ph sz="quarter" idx="13"/>
          </p:nvPr>
        </p:nvSpPr>
        <p:spPr/>
        <p:txBody>
          <a:bodyPr/>
          <a:lstStyle/>
          <a:p>
            <a:r>
              <a:rPr lang="en-US" dirty="0"/>
              <a:t>Delegation</a:t>
            </a:r>
            <a:endParaRPr lang="en-NL" dirty="0"/>
          </a:p>
        </p:txBody>
      </p:sp>
      <p:sp>
        <p:nvSpPr>
          <p:cNvPr id="4" name="Text Placeholder 3">
            <a:extLst>
              <a:ext uri="{FF2B5EF4-FFF2-40B4-BE49-F238E27FC236}">
                <a16:creationId xmlns:a16="http://schemas.microsoft.com/office/drawing/2014/main" id="{8946D5DF-DDC9-DF42-4883-DA9549CF8DE5}"/>
              </a:ext>
            </a:extLst>
          </p:cNvPr>
          <p:cNvSpPr>
            <a:spLocks noGrp="1"/>
          </p:cNvSpPr>
          <p:nvPr>
            <p:ph type="body" sz="quarter" idx="14"/>
          </p:nvPr>
        </p:nvSpPr>
        <p:spPr/>
        <p:txBody>
          <a:bodyPr/>
          <a:lstStyle/>
          <a:p>
            <a:r>
              <a:rPr lang="en-US" sz="3000" dirty="0">
                <a:latin typeface="Ubuntu" panose="020B0504030602030204" pitchFamily="34" charset="0"/>
              </a:rPr>
              <a:t>Facilitates entrepreneurship &amp; growth for every employee</a:t>
            </a:r>
          </a:p>
        </p:txBody>
      </p:sp>
      <p:sp>
        <p:nvSpPr>
          <p:cNvPr id="5" name="Content Placeholder 4">
            <a:extLst>
              <a:ext uri="{FF2B5EF4-FFF2-40B4-BE49-F238E27FC236}">
                <a16:creationId xmlns:a16="http://schemas.microsoft.com/office/drawing/2014/main" id="{860EF69F-79FC-8315-A261-A0DDABAAA234}"/>
              </a:ext>
            </a:extLst>
          </p:cNvPr>
          <p:cNvSpPr>
            <a:spLocks noGrp="1"/>
          </p:cNvSpPr>
          <p:nvPr>
            <p:ph sz="quarter" idx="15"/>
          </p:nvPr>
        </p:nvSpPr>
        <p:spPr/>
        <p:txBody>
          <a:bodyPr/>
          <a:lstStyle/>
          <a:p>
            <a:r>
              <a:rPr lang="en-US" dirty="0"/>
              <a:t>measuring</a:t>
            </a:r>
            <a:endParaRPr lang="en-NL" dirty="0"/>
          </a:p>
        </p:txBody>
      </p:sp>
      <p:sp>
        <p:nvSpPr>
          <p:cNvPr id="6" name="Text Placeholder 1">
            <a:extLst>
              <a:ext uri="{FF2B5EF4-FFF2-40B4-BE49-F238E27FC236}">
                <a16:creationId xmlns:a16="http://schemas.microsoft.com/office/drawing/2014/main" id="{0A756B05-B252-E3EA-B220-4ABEC0201AE9}"/>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19</a:t>
            </a:r>
          </a:p>
        </p:txBody>
      </p:sp>
      <p:sp>
        <p:nvSpPr>
          <p:cNvPr id="10" name="Tekstvak 9">
            <a:extLst>
              <a:ext uri="{FF2B5EF4-FFF2-40B4-BE49-F238E27FC236}">
                <a16:creationId xmlns:a16="http://schemas.microsoft.com/office/drawing/2014/main" id="{B23C1C82-4B9B-D855-5E9E-75851A8D663D}"/>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effectLst/>
                <a:uLnTx/>
                <a:uFillTx/>
                <a:latin typeface="American Captain" pitchFamily="2" charset="77"/>
                <a:ea typeface="+mn-ea"/>
                <a:cs typeface="+mn-cs"/>
              </a:rPr>
              <a:t>a</a:t>
            </a:r>
            <a:endParaRPr lang="nl-NL" dirty="0"/>
          </a:p>
        </p:txBody>
      </p:sp>
      <p:sp>
        <p:nvSpPr>
          <p:cNvPr id="11" name="Tekstvak 10">
            <a:extLst>
              <a:ext uri="{FF2B5EF4-FFF2-40B4-BE49-F238E27FC236}">
                <a16:creationId xmlns:a16="http://schemas.microsoft.com/office/drawing/2014/main" id="{9F0E7E1F-2843-9F40-6721-A06C15570531}"/>
              </a:ext>
            </a:extLst>
          </p:cNvPr>
          <p:cNvSpPr txBox="1"/>
          <p:nvPr/>
        </p:nvSpPr>
        <p:spPr>
          <a:xfrm>
            <a:off x="585974" y="4997803"/>
            <a:ext cx="1644289" cy="400110"/>
          </a:xfrm>
          <a:prstGeom prst="rect">
            <a:avLst/>
          </a:prstGeom>
          <a:noFill/>
        </p:spPr>
        <p:txBody>
          <a:bodyPr wrap="square">
            <a:spAutoFit/>
          </a:bodyPr>
          <a:lstStyle/>
          <a:p>
            <a:r>
              <a:rPr kumimoji="0" lang="en-US" sz="2000" b="0" i="0" u="none" strike="noStrike" kern="1200" cap="none" spc="0" normalizeH="0" baseline="0" noProof="0" dirty="0">
                <a:ln>
                  <a:noFill/>
                </a:ln>
                <a:effectLst/>
                <a:uLnTx/>
                <a:uFillTx/>
                <a:latin typeface="American Captain" pitchFamily="2" charset="77"/>
                <a:ea typeface="+mn-ea"/>
                <a:cs typeface="+mn-cs"/>
              </a:rPr>
              <a:t>Leader</a:t>
            </a:r>
            <a:endParaRPr lang="nl-NL" sz="1050" dirty="0"/>
          </a:p>
        </p:txBody>
      </p:sp>
    </p:spTree>
    <p:extLst>
      <p:ext uri="{BB962C8B-B14F-4D97-AF65-F5344CB8AC3E}">
        <p14:creationId xmlns:p14="http://schemas.microsoft.com/office/powerpoint/2010/main" val="18706474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24BA51-C630-BA2A-58B6-69F9BB6816A0}"/>
              </a:ext>
            </a:extLst>
          </p:cNvPr>
          <p:cNvSpPr>
            <a:spLocks noGrp="1"/>
          </p:cNvSpPr>
          <p:nvPr>
            <p:ph type="body" sz="quarter" idx="12"/>
          </p:nvPr>
        </p:nvSpPr>
        <p:spPr/>
        <p:txBody>
          <a:bodyPr/>
          <a:lstStyle/>
          <a:p>
            <a:r>
              <a:rPr lang="en-US" sz="3000" dirty="0">
                <a:latin typeface="Ubuntu" panose="020B0504030602030204" pitchFamily="34" charset="0"/>
              </a:rPr>
              <a:t>Delegate all decisions &amp; responsibilities</a:t>
            </a:r>
          </a:p>
        </p:txBody>
      </p:sp>
      <p:sp>
        <p:nvSpPr>
          <p:cNvPr id="3" name="Content Placeholder 2">
            <a:extLst>
              <a:ext uri="{FF2B5EF4-FFF2-40B4-BE49-F238E27FC236}">
                <a16:creationId xmlns:a16="http://schemas.microsoft.com/office/drawing/2014/main" id="{2077BF95-1F9E-AA05-3D0B-83E184AA9C48}"/>
              </a:ext>
            </a:extLst>
          </p:cNvPr>
          <p:cNvSpPr>
            <a:spLocks noGrp="1"/>
          </p:cNvSpPr>
          <p:nvPr>
            <p:ph sz="quarter" idx="13"/>
          </p:nvPr>
        </p:nvSpPr>
        <p:spPr/>
        <p:txBody>
          <a:bodyPr/>
          <a:lstStyle/>
          <a:p>
            <a:r>
              <a:rPr lang="en-US" dirty="0"/>
              <a:t>Delegation</a:t>
            </a:r>
            <a:endParaRPr lang="en-NL" dirty="0"/>
          </a:p>
        </p:txBody>
      </p:sp>
      <p:sp>
        <p:nvSpPr>
          <p:cNvPr id="4" name="Text Placeholder 3">
            <a:extLst>
              <a:ext uri="{FF2B5EF4-FFF2-40B4-BE49-F238E27FC236}">
                <a16:creationId xmlns:a16="http://schemas.microsoft.com/office/drawing/2014/main" id="{8946D5DF-DDC9-DF42-4883-DA9549CF8DE5}"/>
              </a:ext>
            </a:extLst>
          </p:cNvPr>
          <p:cNvSpPr>
            <a:spLocks noGrp="1"/>
          </p:cNvSpPr>
          <p:nvPr>
            <p:ph type="body" sz="quarter" idx="14"/>
          </p:nvPr>
        </p:nvSpPr>
        <p:spPr/>
        <p:txBody>
          <a:bodyPr/>
          <a:lstStyle/>
          <a:p>
            <a:r>
              <a:rPr lang="en-US" sz="3000" dirty="0">
                <a:latin typeface="Ubuntu" panose="020B0504030602030204" pitchFamily="34" charset="0"/>
              </a:rPr>
              <a:t>Facilitates entrepreneurship &amp; growth for every employee</a:t>
            </a:r>
          </a:p>
        </p:txBody>
      </p:sp>
      <p:sp>
        <p:nvSpPr>
          <p:cNvPr id="5" name="Content Placeholder 4">
            <a:extLst>
              <a:ext uri="{FF2B5EF4-FFF2-40B4-BE49-F238E27FC236}">
                <a16:creationId xmlns:a16="http://schemas.microsoft.com/office/drawing/2014/main" id="{860EF69F-79FC-8315-A261-A0DDABAAA234}"/>
              </a:ext>
            </a:extLst>
          </p:cNvPr>
          <p:cNvSpPr>
            <a:spLocks noGrp="1"/>
          </p:cNvSpPr>
          <p:nvPr>
            <p:ph sz="quarter" idx="15"/>
          </p:nvPr>
        </p:nvSpPr>
        <p:spPr/>
        <p:txBody>
          <a:bodyPr/>
          <a:lstStyle/>
          <a:p>
            <a:r>
              <a:rPr lang="en-US" dirty="0"/>
              <a:t>measuring</a:t>
            </a:r>
            <a:endParaRPr lang="en-NL" dirty="0"/>
          </a:p>
        </p:txBody>
      </p:sp>
      <p:sp>
        <p:nvSpPr>
          <p:cNvPr id="6" name="Text Placeholder 1">
            <a:extLst>
              <a:ext uri="{FF2B5EF4-FFF2-40B4-BE49-F238E27FC236}">
                <a16:creationId xmlns:a16="http://schemas.microsoft.com/office/drawing/2014/main" id="{0A756B05-B252-E3EA-B220-4ABEC0201AE9}"/>
              </a:ext>
            </a:extLst>
          </p:cNvPr>
          <p:cNvSpPr txBox="1">
            <a:spLocks/>
          </p:cNvSpPr>
          <p:nvPr/>
        </p:nvSpPr>
        <p:spPr>
          <a:xfrm>
            <a:off x="3328868" y="484954"/>
            <a:ext cx="1117838" cy="703766"/>
          </a:xfrm>
          <a:prstGeom prst="rect">
            <a:avLst/>
          </a:prstGeom>
        </p:spPr>
        <p:txBody>
          <a:bodyPr tIns="144000" anchor="t"/>
          <a:lstStyle>
            <a:lvl1pPr marL="0" indent="0" algn="ctr" defTabSz="914400" rtl="0" eaLnBrk="1" latinLnBrk="0" hangingPunct="1">
              <a:lnSpc>
                <a:spcPct val="90000"/>
              </a:lnSpc>
              <a:spcBef>
                <a:spcPts val="1000"/>
              </a:spcBef>
              <a:buFont typeface="Arial" panose="020B0604020202020204" pitchFamily="34" charset="0"/>
              <a:buNone/>
              <a:defRPr sz="4000" kern="1200">
                <a:solidFill>
                  <a:schemeClr val="bg1"/>
                </a:solidFill>
                <a:latin typeface="American Captain"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merican Captain"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merican Captain"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merican Captain"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t># 19</a:t>
            </a:r>
          </a:p>
        </p:txBody>
      </p:sp>
      <p:sp>
        <p:nvSpPr>
          <p:cNvPr id="7" name="Tekstvak 6">
            <a:extLst>
              <a:ext uri="{FF2B5EF4-FFF2-40B4-BE49-F238E27FC236}">
                <a16:creationId xmlns:a16="http://schemas.microsoft.com/office/drawing/2014/main" id="{9D5522A9-00DC-9CD2-BB62-819D37AE54B0}"/>
              </a:ext>
            </a:extLst>
          </p:cNvPr>
          <p:cNvSpPr txBox="1"/>
          <p:nvPr/>
        </p:nvSpPr>
        <p:spPr>
          <a:xfrm>
            <a:off x="193391" y="4766696"/>
            <a:ext cx="392583" cy="707886"/>
          </a:xfrm>
          <a:prstGeom prst="rect">
            <a:avLst/>
          </a:prstGeom>
          <a:noFill/>
        </p:spPr>
        <p:txBody>
          <a:bodyPr wrap="square">
            <a:spAutoFit/>
          </a:bodyPr>
          <a:lstStyle/>
          <a:p>
            <a:r>
              <a:rPr kumimoji="0" lang="en-US" sz="4000" b="0" i="0" u="none" strike="noStrike" kern="1200" cap="none" spc="0" normalizeH="0" baseline="0" noProof="0" dirty="0">
                <a:ln>
                  <a:noFill/>
                </a:ln>
                <a:solidFill>
                  <a:schemeClr val="bg1"/>
                </a:solidFill>
                <a:effectLst/>
                <a:uLnTx/>
                <a:uFillTx/>
                <a:latin typeface="American Captain" pitchFamily="2" charset="77"/>
                <a:ea typeface="+mn-ea"/>
                <a:cs typeface="+mn-cs"/>
              </a:rPr>
              <a:t>B</a:t>
            </a:r>
            <a:endParaRPr lang="nl-NL" dirty="0">
              <a:solidFill>
                <a:schemeClr val="bg1"/>
              </a:solidFill>
            </a:endParaRPr>
          </a:p>
        </p:txBody>
      </p:sp>
    </p:spTree>
    <p:extLst>
      <p:ext uri="{BB962C8B-B14F-4D97-AF65-F5344CB8AC3E}">
        <p14:creationId xmlns:p14="http://schemas.microsoft.com/office/powerpoint/2010/main" val="24663218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E48BC6A-1FCA-448D-A189-2DA711374C2C}"/>
              </a:ext>
            </a:extLst>
          </p:cNvPr>
          <p:cNvGraphicFramePr>
            <a:graphicFrameLocks noGrp="1"/>
          </p:cNvGraphicFramePr>
          <p:nvPr>
            <p:extLst>
              <p:ext uri="{D42A27DB-BD31-4B8C-83A1-F6EECF244321}">
                <p14:modId xmlns:p14="http://schemas.microsoft.com/office/powerpoint/2010/main" val="1795107429"/>
              </p:ext>
            </p:extLst>
          </p:nvPr>
        </p:nvGraphicFramePr>
        <p:xfrm>
          <a:off x="773347" y="1416217"/>
          <a:ext cx="6228880" cy="2711115"/>
        </p:xfrm>
        <a:graphic>
          <a:graphicData uri="http://schemas.openxmlformats.org/drawingml/2006/table">
            <a:tbl>
              <a:tblPr firstRow="1" bandRow="1">
                <a:tableStyleId>{21E4AEA4-8DFA-4A89-87EB-49C32662AFE0}</a:tableStyleId>
              </a:tblPr>
              <a:tblGrid>
                <a:gridCol w="1557220">
                  <a:extLst>
                    <a:ext uri="{9D8B030D-6E8A-4147-A177-3AD203B41FA5}">
                      <a16:colId xmlns:a16="http://schemas.microsoft.com/office/drawing/2014/main" val="1654834018"/>
                    </a:ext>
                  </a:extLst>
                </a:gridCol>
                <a:gridCol w="1557220">
                  <a:extLst>
                    <a:ext uri="{9D8B030D-6E8A-4147-A177-3AD203B41FA5}">
                      <a16:colId xmlns:a16="http://schemas.microsoft.com/office/drawing/2014/main" val="2745933882"/>
                    </a:ext>
                  </a:extLst>
                </a:gridCol>
                <a:gridCol w="1557220">
                  <a:extLst>
                    <a:ext uri="{9D8B030D-6E8A-4147-A177-3AD203B41FA5}">
                      <a16:colId xmlns:a16="http://schemas.microsoft.com/office/drawing/2014/main" val="1608401768"/>
                    </a:ext>
                  </a:extLst>
                </a:gridCol>
                <a:gridCol w="1557220">
                  <a:extLst>
                    <a:ext uri="{9D8B030D-6E8A-4147-A177-3AD203B41FA5}">
                      <a16:colId xmlns:a16="http://schemas.microsoft.com/office/drawing/2014/main" val="4147256922"/>
                    </a:ext>
                  </a:extLst>
                </a:gridCol>
              </a:tblGrid>
              <a:tr h="448558">
                <a:tc>
                  <a:txBody>
                    <a:bodyPr/>
                    <a:lstStyle/>
                    <a:p>
                      <a:pPr algn="ctr"/>
                      <a:r>
                        <a:rPr lang="en-US" sz="1500" dirty="0"/>
                        <a:t>Scrum Master</a:t>
                      </a:r>
                      <a:endParaRPr lang="en-NL" sz="1500" dirty="0"/>
                    </a:p>
                  </a:txBody>
                  <a:tcPr/>
                </a:tc>
                <a:tc>
                  <a:txBody>
                    <a:bodyPr/>
                    <a:lstStyle/>
                    <a:p>
                      <a:pPr algn="ctr"/>
                      <a:r>
                        <a:rPr lang="en-US" sz="1500" dirty="0"/>
                        <a:t>Product Owner</a:t>
                      </a:r>
                      <a:endParaRPr lang="en-NL" sz="1500" dirty="0"/>
                    </a:p>
                  </a:txBody>
                  <a:tcPr/>
                </a:tc>
                <a:tc>
                  <a:txBody>
                    <a:bodyPr/>
                    <a:lstStyle/>
                    <a:p>
                      <a:pPr algn="ctr"/>
                      <a:r>
                        <a:rPr lang="en-US" sz="1500" dirty="0"/>
                        <a:t>Developer</a:t>
                      </a:r>
                      <a:endParaRPr lang="en-NL" sz="1500" dirty="0"/>
                    </a:p>
                  </a:txBody>
                  <a:tcPr/>
                </a:tc>
                <a:tc>
                  <a:txBody>
                    <a:bodyPr/>
                    <a:lstStyle/>
                    <a:p>
                      <a:pPr algn="ctr"/>
                      <a:r>
                        <a:rPr lang="en-US" sz="1500" dirty="0"/>
                        <a:t>Leader</a:t>
                      </a:r>
                      <a:endParaRPr lang="en-NL" sz="1500" dirty="0"/>
                    </a:p>
                  </a:txBody>
                  <a:tcPr/>
                </a:tc>
                <a:extLst>
                  <a:ext uri="{0D108BD9-81ED-4DB2-BD59-A6C34878D82A}">
                    <a16:rowId xmlns:a16="http://schemas.microsoft.com/office/drawing/2014/main" val="3309484673"/>
                  </a:ext>
                </a:extLst>
              </a:tr>
              <a:tr h="446672">
                <a:tc>
                  <a:txBody>
                    <a:bodyPr/>
                    <a:lstStyle/>
                    <a:p>
                      <a:pPr algn="ctr"/>
                      <a:r>
                        <a:rPr lang="en-US" sz="1500" dirty="0"/>
                        <a:t>8</a:t>
                      </a:r>
                      <a:endParaRPr lang="en-NL" sz="1500" dirty="0"/>
                    </a:p>
                  </a:txBody>
                  <a:tcPr/>
                </a:tc>
                <a:tc>
                  <a:txBody>
                    <a:bodyPr/>
                    <a:lstStyle/>
                    <a:p>
                      <a:pPr algn="ctr"/>
                      <a:r>
                        <a:rPr lang="en-US" sz="1500" dirty="0"/>
                        <a:t>6</a:t>
                      </a:r>
                      <a:endParaRPr lang="en-NL" sz="1500" dirty="0"/>
                    </a:p>
                  </a:txBody>
                  <a:tcPr/>
                </a:tc>
                <a:tc>
                  <a:txBody>
                    <a:bodyPr/>
                    <a:lstStyle/>
                    <a:p>
                      <a:pPr algn="ctr"/>
                      <a:r>
                        <a:rPr lang="en-US" sz="1500" dirty="0"/>
                        <a:t>17</a:t>
                      </a:r>
                      <a:endParaRPr lang="en-NL" sz="1500" dirty="0"/>
                    </a:p>
                  </a:txBody>
                  <a:tcPr/>
                </a:tc>
                <a:tc>
                  <a:txBody>
                    <a:bodyPr/>
                    <a:lstStyle/>
                    <a:p>
                      <a:pPr algn="ctr"/>
                      <a:r>
                        <a:rPr lang="en-US" sz="1500" dirty="0"/>
                        <a:t>19</a:t>
                      </a:r>
                      <a:endParaRPr lang="en-NL" sz="1500" dirty="0"/>
                    </a:p>
                  </a:txBody>
                  <a:tcPr/>
                </a:tc>
                <a:extLst>
                  <a:ext uri="{0D108BD9-81ED-4DB2-BD59-A6C34878D82A}">
                    <a16:rowId xmlns:a16="http://schemas.microsoft.com/office/drawing/2014/main" val="1753196033"/>
                  </a:ext>
                </a:extLst>
              </a:tr>
              <a:tr h="446672">
                <a:tc>
                  <a:txBody>
                    <a:bodyPr/>
                    <a:lstStyle/>
                    <a:p>
                      <a:pPr algn="ctr"/>
                      <a:r>
                        <a:rPr lang="en-US" sz="1500" dirty="0"/>
                        <a:t>1</a:t>
                      </a:r>
                      <a:endParaRPr lang="en-NL" sz="1500" dirty="0"/>
                    </a:p>
                  </a:txBody>
                  <a:tcPr/>
                </a:tc>
                <a:tc>
                  <a:txBody>
                    <a:bodyPr/>
                    <a:lstStyle/>
                    <a:p>
                      <a:pPr algn="ctr"/>
                      <a:r>
                        <a:rPr lang="en-US" sz="1500" dirty="0"/>
                        <a:t>10</a:t>
                      </a:r>
                      <a:endParaRPr lang="en-NL" sz="1500" dirty="0"/>
                    </a:p>
                  </a:txBody>
                  <a:tcPr/>
                </a:tc>
                <a:tc>
                  <a:txBody>
                    <a:bodyPr/>
                    <a:lstStyle/>
                    <a:p>
                      <a:pPr algn="ctr"/>
                      <a:r>
                        <a:rPr lang="en-US" sz="1500" dirty="0"/>
                        <a:t>18</a:t>
                      </a:r>
                      <a:endParaRPr lang="en-NL" sz="1500" dirty="0"/>
                    </a:p>
                  </a:txBody>
                  <a:tcPr/>
                </a:tc>
                <a:tc>
                  <a:txBody>
                    <a:bodyPr/>
                    <a:lstStyle/>
                    <a:p>
                      <a:pPr algn="ctr"/>
                      <a:r>
                        <a:rPr lang="en-US" sz="1500" dirty="0"/>
                        <a:t>2</a:t>
                      </a:r>
                      <a:endParaRPr lang="en-NL" sz="1500" dirty="0"/>
                    </a:p>
                  </a:txBody>
                  <a:tcPr/>
                </a:tc>
                <a:extLst>
                  <a:ext uri="{0D108BD9-81ED-4DB2-BD59-A6C34878D82A}">
                    <a16:rowId xmlns:a16="http://schemas.microsoft.com/office/drawing/2014/main" val="698361396"/>
                  </a:ext>
                </a:extLst>
              </a:tr>
              <a:tr h="468779">
                <a:tc>
                  <a:txBody>
                    <a:bodyPr/>
                    <a:lstStyle/>
                    <a:p>
                      <a:pPr algn="ctr"/>
                      <a:r>
                        <a:rPr lang="en-US" sz="1500" dirty="0"/>
                        <a:t>15</a:t>
                      </a:r>
                      <a:endParaRPr lang="en-NL" sz="1500" dirty="0"/>
                    </a:p>
                  </a:txBody>
                  <a:tcPr/>
                </a:tc>
                <a:tc>
                  <a:txBody>
                    <a:bodyPr/>
                    <a:lstStyle/>
                    <a:p>
                      <a:pPr algn="ctr"/>
                      <a:r>
                        <a:rPr lang="en-US" sz="1500" dirty="0"/>
                        <a:t>9</a:t>
                      </a:r>
                      <a:endParaRPr lang="en-NL" sz="1500" dirty="0"/>
                    </a:p>
                  </a:txBody>
                  <a:tcPr/>
                </a:tc>
                <a:tc>
                  <a:txBody>
                    <a:bodyPr/>
                    <a:lstStyle/>
                    <a:p>
                      <a:pPr algn="ctr"/>
                      <a:r>
                        <a:rPr lang="en-US" sz="1500" dirty="0"/>
                        <a:t>12</a:t>
                      </a:r>
                      <a:endParaRPr lang="en-NL" sz="1500" dirty="0"/>
                    </a:p>
                  </a:txBody>
                  <a:tcPr/>
                </a:tc>
                <a:tc>
                  <a:txBody>
                    <a:bodyPr/>
                    <a:lstStyle/>
                    <a:p>
                      <a:pPr algn="ctr"/>
                      <a:r>
                        <a:rPr lang="en-US" sz="1500" dirty="0"/>
                        <a:t>16</a:t>
                      </a:r>
                      <a:endParaRPr lang="en-NL" sz="1500" dirty="0"/>
                    </a:p>
                  </a:txBody>
                  <a:tcPr/>
                </a:tc>
                <a:extLst>
                  <a:ext uri="{0D108BD9-81ED-4DB2-BD59-A6C34878D82A}">
                    <a16:rowId xmlns:a16="http://schemas.microsoft.com/office/drawing/2014/main" val="273083939"/>
                  </a:ext>
                </a:extLst>
              </a:tr>
              <a:tr h="453762">
                <a:tc>
                  <a:txBody>
                    <a:bodyPr/>
                    <a:lstStyle/>
                    <a:p>
                      <a:pPr algn="ctr"/>
                      <a:r>
                        <a:rPr lang="en-US" sz="1500" dirty="0"/>
                        <a:t>14</a:t>
                      </a:r>
                      <a:endParaRPr lang="en-NL" sz="1500" dirty="0"/>
                    </a:p>
                  </a:txBody>
                  <a:tcPr/>
                </a:tc>
                <a:tc>
                  <a:txBody>
                    <a:bodyPr/>
                    <a:lstStyle/>
                    <a:p>
                      <a:pPr algn="ctr"/>
                      <a:r>
                        <a:rPr lang="en-US" sz="1500" dirty="0"/>
                        <a:t>4</a:t>
                      </a:r>
                      <a:endParaRPr lang="en-NL" sz="1500" dirty="0"/>
                    </a:p>
                  </a:txBody>
                  <a:tcPr/>
                </a:tc>
                <a:tc>
                  <a:txBody>
                    <a:bodyPr/>
                    <a:lstStyle/>
                    <a:p>
                      <a:pPr algn="ctr"/>
                      <a:r>
                        <a:rPr lang="en-US" sz="1500" dirty="0"/>
                        <a:t>13</a:t>
                      </a:r>
                      <a:endParaRPr lang="en-NL" sz="1500" dirty="0"/>
                    </a:p>
                  </a:txBody>
                  <a:tcPr/>
                </a:tc>
                <a:tc>
                  <a:txBody>
                    <a:bodyPr/>
                    <a:lstStyle/>
                    <a:p>
                      <a:pPr algn="ctr"/>
                      <a:r>
                        <a:rPr lang="en-US" sz="1500" dirty="0"/>
                        <a:t>5</a:t>
                      </a:r>
                      <a:endParaRPr lang="en-NL" sz="1500" dirty="0"/>
                    </a:p>
                  </a:txBody>
                  <a:tcPr/>
                </a:tc>
                <a:extLst>
                  <a:ext uri="{0D108BD9-81ED-4DB2-BD59-A6C34878D82A}">
                    <a16:rowId xmlns:a16="http://schemas.microsoft.com/office/drawing/2014/main" val="731257563"/>
                  </a:ext>
                </a:extLst>
              </a:tr>
              <a:tr h="446672">
                <a:tc>
                  <a:txBody>
                    <a:bodyPr/>
                    <a:lstStyle/>
                    <a:p>
                      <a:pPr algn="ctr"/>
                      <a:r>
                        <a:rPr lang="en-US" sz="1500" dirty="0"/>
                        <a:t>20</a:t>
                      </a:r>
                      <a:endParaRPr lang="en-NL" sz="1500" dirty="0"/>
                    </a:p>
                  </a:txBody>
                  <a:tcPr/>
                </a:tc>
                <a:tc>
                  <a:txBody>
                    <a:bodyPr/>
                    <a:lstStyle/>
                    <a:p>
                      <a:pPr algn="ctr"/>
                      <a:r>
                        <a:rPr lang="en-US" sz="1500" dirty="0"/>
                        <a:t>3</a:t>
                      </a:r>
                      <a:endParaRPr lang="en-NL" sz="1500" dirty="0"/>
                    </a:p>
                  </a:txBody>
                  <a:tcPr/>
                </a:tc>
                <a:tc>
                  <a:txBody>
                    <a:bodyPr/>
                    <a:lstStyle/>
                    <a:p>
                      <a:pPr algn="ctr"/>
                      <a:r>
                        <a:rPr lang="en-US" sz="1500" dirty="0"/>
                        <a:t>7</a:t>
                      </a:r>
                      <a:endParaRPr lang="en-NL" sz="1500" dirty="0"/>
                    </a:p>
                  </a:txBody>
                  <a:tcPr/>
                </a:tc>
                <a:tc>
                  <a:txBody>
                    <a:bodyPr/>
                    <a:lstStyle/>
                    <a:p>
                      <a:pPr algn="ctr"/>
                      <a:r>
                        <a:rPr lang="en-US" sz="1500" dirty="0"/>
                        <a:t>11</a:t>
                      </a:r>
                      <a:endParaRPr lang="en-NL" sz="1500" dirty="0"/>
                    </a:p>
                  </a:txBody>
                  <a:tcPr/>
                </a:tc>
                <a:extLst>
                  <a:ext uri="{0D108BD9-81ED-4DB2-BD59-A6C34878D82A}">
                    <a16:rowId xmlns:a16="http://schemas.microsoft.com/office/drawing/2014/main" val="3660010876"/>
                  </a:ext>
                </a:extLst>
              </a:tr>
            </a:tbl>
          </a:graphicData>
        </a:graphic>
      </p:graphicFrame>
    </p:spTree>
    <p:extLst>
      <p:ext uri="{BB962C8B-B14F-4D97-AF65-F5344CB8AC3E}">
        <p14:creationId xmlns:p14="http://schemas.microsoft.com/office/powerpoint/2010/main" val="17131234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E0B1055-F4CA-ED12-ED8F-1BCB5B643EC6}"/>
              </a:ext>
            </a:extLst>
          </p:cNvPr>
          <p:cNvSpPr>
            <a:spLocks noGrp="1"/>
          </p:cNvSpPr>
          <p:nvPr>
            <p:ph type="ftr" sz="quarter" idx="11"/>
          </p:nvPr>
        </p:nvSpPr>
        <p:spPr/>
        <p:txBody>
          <a:bodyPr/>
          <a:lstStyle/>
          <a:p>
            <a:r>
              <a:rPr lang="en-GB" dirty="0"/>
              <a:t>V 1.0.1</a:t>
            </a:r>
            <a:endParaRPr lang="en-NL" dirty="0"/>
          </a:p>
        </p:txBody>
      </p:sp>
    </p:spTree>
    <p:extLst>
      <p:ext uri="{BB962C8B-B14F-4D97-AF65-F5344CB8AC3E}">
        <p14:creationId xmlns:p14="http://schemas.microsoft.com/office/powerpoint/2010/main" val="2178182827"/>
      </p:ext>
    </p:extLst>
  </p:cSld>
  <p:clrMapOvr>
    <a:masterClrMapping/>
  </p:clrMapOvr>
</p:sld>
</file>

<file path=ppt/theme/theme1.xml><?xml version="1.0" encoding="utf-8"?>
<a:theme xmlns:a="http://schemas.openxmlformats.org/drawingml/2006/main" name="SF Games PPT Theme A5 v2.5">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F Games PPT Theme A5 v2.5" id="{462A013B-DB8F-334E-95FE-0749207812E5}" vid="{6B38953E-0739-BD4E-BD86-041C622B2A7A}"/>
    </a:ext>
  </a:extLst>
</a:theme>
</file>

<file path=ppt/theme/theme2.xml><?xml version="1.0" encoding="utf-8"?>
<a:theme xmlns:a="http://schemas.openxmlformats.org/drawingml/2006/main" name="SF 2023 spli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SF 2023 Full Background">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0070C0"/>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4.xml><?xml version="1.0" encoding="utf-8"?>
<a:theme xmlns:a="http://schemas.openxmlformats.org/drawingml/2006/main" name="SF 2023 Full Background w/ name ga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0070C0"/>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5.xml><?xml version="1.0" encoding="utf-8"?>
<a:theme xmlns:a="http://schemas.openxmlformats.org/drawingml/2006/main" name="SF Games PPT Theme A5 v2.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F Games PPT Theme A5 v2.3" id="{CB3DB8CB-3BF3-EC45-B472-63DD7CA48863}" vid="{C4C32C63-B93A-C74C-96E7-7E67FF7B41D7}"/>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0070C0"/>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0070C0"/>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0070C0"/>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0070C0"/>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SF Games PPT Theme A5 v2.5</Template>
  <TotalTime>1</TotalTime>
  <Words>1166</Words>
  <Application>Microsoft Macintosh PowerPoint</Application>
  <PresentationFormat>Custom</PresentationFormat>
  <Paragraphs>310</Paragraphs>
  <Slides>62</Slides>
  <Notes>0</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62</vt:i4>
      </vt:variant>
    </vt:vector>
  </HeadingPairs>
  <TitlesOfParts>
    <vt:vector size="73" baseType="lpstr">
      <vt:lpstr>American Captain</vt:lpstr>
      <vt:lpstr>Arial</vt:lpstr>
      <vt:lpstr>Calibri</vt:lpstr>
      <vt:lpstr>Marvel</vt:lpstr>
      <vt:lpstr>Ubuntu</vt:lpstr>
      <vt:lpstr>Ubuntu Light</vt:lpstr>
      <vt:lpstr>SF Games PPT Theme A5 v2.5</vt:lpstr>
      <vt:lpstr>SF 2023 split</vt:lpstr>
      <vt:lpstr>SF 2023 Full Background</vt:lpstr>
      <vt:lpstr>SF 2023 Full Background w/ name game</vt:lpstr>
      <vt:lpstr>SF Games PPT Theme A5 v2.3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Hsia, Cheehong</dc:creator>
  <cp:lastModifiedBy>Sjoerd Kranendonk</cp:lastModifiedBy>
  <cp:revision>4</cp:revision>
  <dcterms:created xsi:type="dcterms:W3CDTF">2024-01-29T14:45:42Z</dcterms:created>
  <dcterms:modified xsi:type="dcterms:W3CDTF">2024-11-21T11:26:34Z</dcterms:modified>
</cp:coreProperties>
</file>